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20"/>
  </p:notesMasterIdLst>
  <p:handoutMasterIdLst>
    <p:handoutMasterId r:id="rId21"/>
  </p:handoutMasterIdLst>
  <p:sldIdLst>
    <p:sldId id="256" r:id="rId5"/>
    <p:sldId id="300" r:id="rId6"/>
    <p:sldId id="293" r:id="rId7"/>
    <p:sldId id="259" r:id="rId8"/>
    <p:sldId id="264" r:id="rId9"/>
    <p:sldId id="260" r:id="rId10"/>
    <p:sldId id="261" r:id="rId11"/>
    <p:sldId id="299" r:id="rId12"/>
    <p:sldId id="294" r:id="rId13"/>
    <p:sldId id="295" r:id="rId14"/>
    <p:sldId id="302" r:id="rId15"/>
    <p:sldId id="263" r:id="rId16"/>
    <p:sldId id="301" r:id="rId17"/>
    <p:sldId id="297" r:id="rId18"/>
    <p:sldId id="29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FBFC"/>
    <a:srgbClr val="00A9B7"/>
    <a:srgbClr val="00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FFB4BA-E0B8-544A-A6DE-8906493B3C4C}" v="1" dt="2024-12-02T17:27:55.6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81" autoAdjust="0"/>
    <p:restoredTop sz="96164" autoAdjust="0"/>
  </p:normalViewPr>
  <p:slideViewPr>
    <p:cSldViewPr snapToGrid="0">
      <p:cViewPr varScale="1">
        <p:scale>
          <a:sx n="122" d="100"/>
          <a:sy n="122" d="100"/>
        </p:scale>
        <p:origin x="848" y="200"/>
      </p:cViewPr>
      <p:guideLst/>
    </p:cSldViewPr>
  </p:slideViewPr>
  <p:outlineViewPr>
    <p:cViewPr>
      <p:scale>
        <a:sx n="33" d="100"/>
        <a:sy n="33" d="100"/>
      </p:scale>
      <p:origin x="0" y="-4524"/>
    </p:cViewPr>
  </p:outlineViewPr>
  <p:notesTextViewPr>
    <p:cViewPr>
      <p:scale>
        <a:sx n="1" d="1"/>
        <a:sy n="1" d="1"/>
      </p:scale>
      <p:origin x="0" y="0"/>
    </p:cViewPr>
  </p:notesTextViewPr>
  <p:notesViewPr>
    <p:cSldViewPr snapToGrid="0">
      <p:cViewPr varScale="1">
        <p:scale>
          <a:sx n="45" d="100"/>
          <a:sy n="45" d="100"/>
        </p:scale>
        <p:origin x="2760" y="6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is Miralles" userId="699e2c5a-5018-4326-8814-50a037852b20" providerId="ADAL" clId="{99F040FF-E2D1-7045-B220-38200C17C25E}"/>
    <pc:docChg chg="custSel addSld modSld">
      <pc:chgData name="Luis Miralles" userId="699e2c5a-5018-4326-8814-50a037852b20" providerId="ADAL" clId="{99F040FF-E2D1-7045-B220-38200C17C25E}" dt="2024-11-11T20:01:25.974" v="36" actId="1076"/>
      <pc:docMkLst>
        <pc:docMk/>
      </pc:docMkLst>
      <pc:sldChg chg="addSp modSp new mod">
        <pc:chgData name="Luis Miralles" userId="699e2c5a-5018-4326-8814-50a037852b20" providerId="ADAL" clId="{99F040FF-E2D1-7045-B220-38200C17C25E}" dt="2024-11-11T20:01:25.974" v="36" actId="1076"/>
        <pc:sldMkLst>
          <pc:docMk/>
          <pc:sldMk cId="98202091" sldId="302"/>
        </pc:sldMkLst>
        <pc:spChg chg="mod">
          <ac:chgData name="Luis Miralles" userId="699e2c5a-5018-4326-8814-50a037852b20" providerId="ADAL" clId="{99F040FF-E2D1-7045-B220-38200C17C25E}" dt="2024-11-11T20:00:34.869" v="16" actId="20577"/>
          <ac:spMkLst>
            <pc:docMk/>
            <pc:sldMk cId="98202091" sldId="302"/>
            <ac:spMk id="2" creationId="{88831416-9C92-F75F-0961-A46E57518E1E}"/>
          </ac:spMkLst>
        </pc:spChg>
        <pc:spChg chg="mod">
          <ac:chgData name="Luis Miralles" userId="699e2c5a-5018-4326-8814-50a037852b20" providerId="ADAL" clId="{99F040FF-E2D1-7045-B220-38200C17C25E}" dt="2024-11-11T20:01:20.126" v="33" actId="14100"/>
          <ac:spMkLst>
            <pc:docMk/>
            <pc:sldMk cId="98202091" sldId="302"/>
            <ac:spMk id="3" creationId="{5F20A32E-ED63-A4C8-3E4B-7BCF36BE5AC7}"/>
          </ac:spMkLst>
        </pc:spChg>
        <pc:picChg chg="add mod modCrop">
          <ac:chgData name="Luis Miralles" userId="699e2c5a-5018-4326-8814-50a037852b20" providerId="ADAL" clId="{99F040FF-E2D1-7045-B220-38200C17C25E}" dt="2024-11-11T20:01:25.974" v="36" actId="1076"/>
          <ac:picMkLst>
            <pc:docMk/>
            <pc:sldMk cId="98202091" sldId="302"/>
            <ac:picMk id="6" creationId="{B86FACD4-ED96-9871-FEFC-3A6AADEE6E2B}"/>
          </ac:picMkLst>
        </pc:picChg>
      </pc:sldChg>
    </pc:docChg>
  </pc:docChgLst>
  <pc:docChgLst>
    <pc:chgData name="Luis Miralles" userId="699e2c5a-5018-4326-8814-50a037852b20" providerId="ADAL" clId="{8BFEFF89-368B-2D42-96D3-3E5E0FFCEA7D}"/>
    <pc:docChg chg="undo custSel modSld">
      <pc:chgData name="Luis Miralles" userId="699e2c5a-5018-4326-8814-50a037852b20" providerId="ADAL" clId="{8BFEFF89-368B-2D42-96D3-3E5E0FFCEA7D}" dt="2024-10-16T10:38:56.523" v="17" actId="14100"/>
      <pc:docMkLst>
        <pc:docMk/>
      </pc:docMkLst>
      <pc:sldChg chg="delSp modSp mod">
        <pc:chgData name="Luis Miralles" userId="699e2c5a-5018-4326-8814-50a037852b20" providerId="ADAL" clId="{8BFEFF89-368B-2D42-96D3-3E5E0FFCEA7D}" dt="2024-10-16T10:37:45.570" v="5" actId="208"/>
        <pc:sldMkLst>
          <pc:docMk/>
          <pc:sldMk cId="2740838320" sldId="256"/>
        </pc:sldMkLst>
        <pc:spChg chg="mod">
          <ac:chgData name="Luis Miralles" userId="699e2c5a-5018-4326-8814-50a037852b20" providerId="ADAL" clId="{8BFEFF89-368B-2D42-96D3-3E5E0FFCEA7D}" dt="2024-10-16T10:37:45.570" v="5" actId="208"/>
          <ac:spMkLst>
            <pc:docMk/>
            <pc:sldMk cId="2740838320" sldId="256"/>
            <ac:spMk id="6" creationId="{A59FA92C-B278-E264-6857-68AD13A165C3}"/>
          </ac:spMkLst>
        </pc:spChg>
      </pc:sldChg>
      <pc:sldChg chg="modSp mod">
        <pc:chgData name="Luis Miralles" userId="699e2c5a-5018-4326-8814-50a037852b20" providerId="ADAL" clId="{8BFEFF89-368B-2D42-96D3-3E5E0FFCEA7D}" dt="2024-10-16T10:38:56.523" v="17" actId="14100"/>
        <pc:sldMkLst>
          <pc:docMk/>
          <pc:sldMk cId="3000005716" sldId="260"/>
        </pc:sldMkLst>
        <pc:spChg chg="mod">
          <ac:chgData name="Luis Miralles" userId="699e2c5a-5018-4326-8814-50a037852b20" providerId="ADAL" clId="{8BFEFF89-368B-2D42-96D3-3E5E0FFCEA7D}" dt="2024-10-16T10:38:56.523" v="17" actId="14100"/>
          <ac:spMkLst>
            <pc:docMk/>
            <pc:sldMk cId="3000005716" sldId="260"/>
            <ac:spMk id="2" creationId="{54DA5720-0AC4-8D60-C225-8AC932D191A0}"/>
          </ac:spMkLst>
        </pc:spChg>
        <pc:spChg chg="mod">
          <ac:chgData name="Luis Miralles" userId="699e2c5a-5018-4326-8814-50a037852b20" providerId="ADAL" clId="{8BFEFF89-368B-2D42-96D3-3E5E0FFCEA7D}" dt="2024-10-16T10:38:51.327" v="15" actId="207"/>
          <ac:spMkLst>
            <pc:docMk/>
            <pc:sldMk cId="3000005716" sldId="260"/>
            <ac:spMk id="6" creationId="{9DC90794-D8C9-46D8-482B-039CCBA72C94}"/>
          </ac:spMkLst>
        </pc:spChg>
      </pc:sldChg>
      <pc:sldChg chg="modSp mod">
        <pc:chgData name="Luis Miralles" userId="699e2c5a-5018-4326-8814-50a037852b20" providerId="ADAL" clId="{8BFEFF89-368B-2D42-96D3-3E5E0FFCEA7D}" dt="2024-10-16T10:38:10.411" v="10" actId="1076"/>
        <pc:sldMkLst>
          <pc:docMk/>
          <pc:sldMk cId="1953112307" sldId="261"/>
        </pc:sldMkLst>
        <pc:spChg chg="mod">
          <ac:chgData name="Luis Miralles" userId="699e2c5a-5018-4326-8814-50a037852b20" providerId="ADAL" clId="{8BFEFF89-368B-2D42-96D3-3E5E0FFCEA7D}" dt="2024-10-16T10:38:10.411" v="10" actId="1076"/>
          <ac:spMkLst>
            <pc:docMk/>
            <pc:sldMk cId="1953112307" sldId="261"/>
            <ac:spMk id="2" creationId="{8A9F2342-AB3B-1FCB-0E38-6199557B6137}"/>
          </ac:spMkLst>
        </pc:spChg>
        <pc:spChg chg="mod">
          <ac:chgData name="Luis Miralles" userId="699e2c5a-5018-4326-8814-50a037852b20" providerId="ADAL" clId="{8BFEFF89-368B-2D42-96D3-3E5E0FFCEA7D}" dt="2024-10-16T10:38:04.166" v="8" actId="27636"/>
          <ac:spMkLst>
            <pc:docMk/>
            <pc:sldMk cId="1953112307" sldId="261"/>
            <ac:spMk id="3" creationId="{9F4C1680-01E9-388C-4000-BC6B75FC3B76}"/>
          </ac:spMkLst>
        </pc:spChg>
      </pc:sldChg>
      <pc:sldChg chg="modSp mod">
        <pc:chgData name="Luis Miralles" userId="699e2c5a-5018-4326-8814-50a037852b20" providerId="ADAL" clId="{8BFEFF89-368B-2D42-96D3-3E5E0FFCEA7D}" dt="2024-10-16T10:38:36.592" v="13" actId="207"/>
        <pc:sldMkLst>
          <pc:docMk/>
          <pc:sldMk cId="2547317512" sldId="299"/>
        </pc:sldMkLst>
        <pc:spChg chg="mod">
          <ac:chgData name="Luis Miralles" userId="699e2c5a-5018-4326-8814-50a037852b20" providerId="ADAL" clId="{8BFEFF89-368B-2D42-96D3-3E5E0FFCEA7D}" dt="2024-10-16T10:38:36.592" v="13" actId="207"/>
          <ac:spMkLst>
            <pc:docMk/>
            <pc:sldMk cId="2547317512" sldId="299"/>
            <ac:spMk id="5" creationId="{D189283E-C322-25E6-494C-BCE2645BF7C1}"/>
          </ac:spMkLst>
        </pc:spChg>
      </pc:sldChg>
    </pc:docChg>
  </pc:docChgLst>
  <pc:docChgLst>
    <pc:chgData name="Luis Miralles" userId="699e2c5a-5018-4326-8814-50a037852b20" providerId="ADAL" clId="{9CFFB4BA-E0B8-544A-A6DE-8906493B3C4C}"/>
    <pc:docChg chg="modSld">
      <pc:chgData name="Luis Miralles" userId="699e2c5a-5018-4326-8814-50a037852b20" providerId="ADAL" clId="{9CFFB4BA-E0B8-544A-A6DE-8906493B3C4C}" dt="2024-12-02T17:27:57.976" v="2" actId="1076"/>
      <pc:docMkLst>
        <pc:docMk/>
      </pc:docMkLst>
      <pc:sldChg chg="addSp modSp mod">
        <pc:chgData name="Luis Miralles" userId="699e2c5a-5018-4326-8814-50a037852b20" providerId="ADAL" clId="{9CFFB4BA-E0B8-544A-A6DE-8906493B3C4C}" dt="2024-12-02T17:27:57.976" v="2" actId="1076"/>
        <pc:sldMkLst>
          <pc:docMk/>
          <pc:sldMk cId="2740838320" sldId="256"/>
        </pc:sldMkLst>
        <pc:spChg chg="add mod">
          <ac:chgData name="Luis Miralles" userId="699e2c5a-5018-4326-8814-50a037852b20" providerId="ADAL" clId="{9CFFB4BA-E0B8-544A-A6DE-8906493B3C4C}" dt="2024-12-02T17:27:57.976" v="2" actId="1076"/>
          <ac:spMkLst>
            <pc:docMk/>
            <pc:sldMk cId="2740838320" sldId="256"/>
            <ac:spMk id="3" creationId="{5D50B6A2-4B86-A664-3D97-1DFB56775195}"/>
          </ac:spMkLst>
        </pc:spChg>
        <pc:spChg chg="mod">
          <ac:chgData name="Luis Miralles" userId="699e2c5a-5018-4326-8814-50a037852b20" providerId="ADAL" clId="{9CFFB4BA-E0B8-544A-A6DE-8906493B3C4C}" dt="2024-12-02T17:27:48.350" v="0" actId="14100"/>
          <ac:spMkLst>
            <pc:docMk/>
            <pc:sldMk cId="2740838320" sldId="256"/>
            <ac:spMk id="6" creationId="{A59FA92C-B278-E264-6857-68AD13A165C3}"/>
          </ac:spMkLst>
        </pc:spChg>
      </pc:sldChg>
    </pc:docChg>
  </pc:docChgLst>
  <pc:docChgLst>
    <pc:chgData name="Luis Miralles" userId="699e2c5a-5018-4326-8814-50a037852b20" providerId="ADAL" clId="{CD08D14D-AED9-BF46-96B9-D66207CC3C08}"/>
    <pc:docChg chg="modSld">
      <pc:chgData name="Luis Miralles" userId="699e2c5a-5018-4326-8814-50a037852b20" providerId="ADAL" clId="{CD08D14D-AED9-BF46-96B9-D66207CC3C08}" dt="2024-11-07T12:33:07.401" v="45" actId="12"/>
      <pc:docMkLst>
        <pc:docMk/>
      </pc:docMkLst>
      <pc:sldChg chg="addSp modSp mod">
        <pc:chgData name="Luis Miralles" userId="699e2c5a-5018-4326-8814-50a037852b20" providerId="ADAL" clId="{CD08D14D-AED9-BF46-96B9-D66207CC3C08}" dt="2024-10-24T10:33:25.253" v="16" actId="1076"/>
        <pc:sldMkLst>
          <pc:docMk/>
          <pc:sldMk cId="2740838320" sldId="256"/>
        </pc:sldMkLst>
        <pc:picChg chg="add mod">
          <ac:chgData name="Luis Miralles" userId="699e2c5a-5018-4326-8814-50a037852b20" providerId="ADAL" clId="{CD08D14D-AED9-BF46-96B9-D66207CC3C08}" dt="2024-10-24T10:33:25.253" v="16" actId="1076"/>
          <ac:picMkLst>
            <pc:docMk/>
            <pc:sldMk cId="2740838320" sldId="256"/>
            <ac:picMk id="2" creationId="{239C537A-E4F3-A9C1-526E-54DF695733DF}"/>
          </ac:picMkLst>
        </pc:picChg>
      </pc:sldChg>
      <pc:sldChg chg="modSp mod">
        <pc:chgData name="Luis Miralles" userId="699e2c5a-5018-4326-8814-50a037852b20" providerId="ADAL" clId="{CD08D14D-AED9-BF46-96B9-D66207CC3C08}" dt="2024-10-15T12:13:06.689" v="1" actId="14100"/>
        <pc:sldMkLst>
          <pc:docMk/>
          <pc:sldMk cId="2946957905" sldId="259"/>
        </pc:sldMkLst>
        <pc:cxnChg chg="mod">
          <ac:chgData name="Luis Miralles" userId="699e2c5a-5018-4326-8814-50a037852b20" providerId="ADAL" clId="{CD08D14D-AED9-BF46-96B9-D66207CC3C08}" dt="2024-10-15T12:13:06.689" v="1" actId="14100"/>
          <ac:cxnSpMkLst>
            <pc:docMk/>
            <pc:sldMk cId="2946957905" sldId="259"/>
            <ac:cxnSpMk id="15" creationId="{56422BE7-3A04-3211-7AD2-991205DDFACC}"/>
          </ac:cxnSpMkLst>
        </pc:cxnChg>
      </pc:sldChg>
      <pc:sldChg chg="modSp mod">
        <pc:chgData name="Luis Miralles" userId="699e2c5a-5018-4326-8814-50a037852b20" providerId="ADAL" clId="{CD08D14D-AED9-BF46-96B9-D66207CC3C08}" dt="2024-11-07T12:33:07.401" v="45" actId="12"/>
        <pc:sldMkLst>
          <pc:docMk/>
          <pc:sldMk cId="1953112307" sldId="261"/>
        </pc:sldMkLst>
        <pc:spChg chg="mod">
          <ac:chgData name="Luis Miralles" userId="699e2c5a-5018-4326-8814-50a037852b20" providerId="ADAL" clId="{CD08D14D-AED9-BF46-96B9-D66207CC3C08}" dt="2024-11-07T12:33:07.401" v="45" actId="12"/>
          <ac:spMkLst>
            <pc:docMk/>
            <pc:sldMk cId="1953112307" sldId="261"/>
            <ac:spMk id="3" creationId="{9F4C1680-01E9-388C-4000-BC6B75FC3B76}"/>
          </ac:spMkLst>
        </pc:spChg>
      </pc:sldChg>
      <pc:sldChg chg="modSp mod">
        <pc:chgData name="Luis Miralles" userId="699e2c5a-5018-4326-8814-50a037852b20" providerId="ADAL" clId="{CD08D14D-AED9-BF46-96B9-D66207CC3C08}" dt="2024-10-15T12:14:28.676" v="13" actId="1076"/>
        <pc:sldMkLst>
          <pc:docMk/>
          <pc:sldMk cId="1792517074" sldId="263"/>
        </pc:sldMkLst>
        <pc:spChg chg="mod">
          <ac:chgData name="Luis Miralles" userId="699e2c5a-5018-4326-8814-50a037852b20" providerId="ADAL" clId="{CD08D14D-AED9-BF46-96B9-D66207CC3C08}" dt="2024-10-15T12:14:28.676" v="13" actId="1076"/>
          <ac:spMkLst>
            <pc:docMk/>
            <pc:sldMk cId="1792517074" sldId="263"/>
            <ac:spMk id="5" creationId="{46E6FB63-F0C0-27D2-E5C9-BB99A584788F}"/>
          </ac:spMkLst>
        </pc:spChg>
      </pc:sldChg>
      <pc:sldChg chg="modSp mod">
        <pc:chgData name="Luis Miralles" userId="699e2c5a-5018-4326-8814-50a037852b20" providerId="ADAL" clId="{CD08D14D-AED9-BF46-96B9-D66207CC3C08}" dt="2024-10-15T12:13:43.997" v="7"/>
        <pc:sldMkLst>
          <pc:docMk/>
          <pc:sldMk cId="4249650583" sldId="264"/>
        </pc:sldMkLst>
        <pc:spChg chg="mod">
          <ac:chgData name="Luis Miralles" userId="699e2c5a-5018-4326-8814-50a037852b20" providerId="ADAL" clId="{CD08D14D-AED9-BF46-96B9-D66207CC3C08}" dt="2024-10-15T12:13:43.997" v="7"/>
          <ac:spMkLst>
            <pc:docMk/>
            <pc:sldMk cId="4249650583" sldId="264"/>
            <ac:spMk id="3" creationId="{8617BE83-06F0-17A1-8DB9-97622DA1F2AE}"/>
          </ac:spMkLst>
        </pc:spChg>
      </pc:sldChg>
      <pc:sldChg chg="modSp mod">
        <pc:chgData name="Luis Miralles" userId="699e2c5a-5018-4326-8814-50a037852b20" providerId="ADAL" clId="{CD08D14D-AED9-BF46-96B9-D66207CC3C08}" dt="2024-10-24T12:55:58.134" v="20" actId="207"/>
        <pc:sldMkLst>
          <pc:docMk/>
          <pc:sldMk cId="3350570941" sldId="294"/>
        </pc:sldMkLst>
        <pc:spChg chg="mod">
          <ac:chgData name="Luis Miralles" userId="699e2c5a-5018-4326-8814-50a037852b20" providerId="ADAL" clId="{CD08D14D-AED9-BF46-96B9-D66207CC3C08}" dt="2024-10-24T12:53:24.205" v="18" actId="20577"/>
          <ac:spMkLst>
            <pc:docMk/>
            <pc:sldMk cId="3350570941" sldId="294"/>
            <ac:spMk id="2" creationId="{B8BC30BC-862F-4B7B-6CEC-0AD60DF6340F}"/>
          </ac:spMkLst>
        </pc:spChg>
        <pc:spChg chg="mod">
          <ac:chgData name="Luis Miralles" userId="699e2c5a-5018-4326-8814-50a037852b20" providerId="ADAL" clId="{CD08D14D-AED9-BF46-96B9-D66207CC3C08}" dt="2024-10-24T12:54:54.298" v="19" actId="207"/>
          <ac:spMkLst>
            <pc:docMk/>
            <pc:sldMk cId="3350570941" sldId="294"/>
            <ac:spMk id="3" creationId="{188962EB-1F94-2E3A-1907-60705FD98DA7}"/>
          </ac:spMkLst>
        </pc:spChg>
        <pc:spChg chg="mod">
          <ac:chgData name="Luis Miralles" userId="699e2c5a-5018-4326-8814-50a037852b20" providerId="ADAL" clId="{CD08D14D-AED9-BF46-96B9-D66207CC3C08}" dt="2024-10-24T12:55:58.134" v="20" actId="207"/>
          <ac:spMkLst>
            <pc:docMk/>
            <pc:sldMk cId="3350570941" sldId="294"/>
            <ac:spMk id="7" creationId="{65DF599A-FAFA-6ACA-2EFE-5E140504925D}"/>
          </ac:spMkLst>
        </pc:spChg>
      </pc:sldChg>
      <pc:sldChg chg="modSp">
        <pc:chgData name="Luis Miralles" userId="699e2c5a-5018-4326-8814-50a037852b20" providerId="ADAL" clId="{CD08D14D-AED9-BF46-96B9-D66207CC3C08}" dt="2024-11-04T08:01:01.643" v="21" actId="208"/>
        <pc:sldMkLst>
          <pc:docMk/>
          <pc:sldMk cId="2547317512" sldId="299"/>
        </pc:sldMkLst>
        <pc:picChg chg="mod">
          <ac:chgData name="Luis Miralles" userId="699e2c5a-5018-4326-8814-50a037852b20" providerId="ADAL" clId="{CD08D14D-AED9-BF46-96B9-D66207CC3C08}" dt="2024-11-04T08:01:01.643" v="21" actId="208"/>
          <ac:picMkLst>
            <pc:docMk/>
            <pc:sldMk cId="2547317512" sldId="299"/>
            <ac:picMk id="1026" creationId="{4D679F10-9FBD-B163-A6F0-CBF8F0EC49C7}"/>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31D101-FE02-E795-4EE3-6B3F37B9EC6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a:extLst>
              <a:ext uri="{FF2B5EF4-FFF2-40B4-BE49-F238E27FC236}">
                <a16:creationId xmlns:a16="http://schemas.microsoft.com/office/drawing/2014/main" id="{356C3D61-E3D4-89C3-BB4F-A01897E55FE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251FD8B-C127-42E1-A677-7DBB302F0765}" type="datetimeFigureOut">
              <a:rPr lang="en-IE" smtClean="0"/>
              <a:t>02/12/2024</a:t>
            </a:fld>
            <a:endParaRPr lang="en-IE"/>
          </a:p>
        </p:txBody>
      </p:sp>
      <p:sp>
        <p:nvSpPr>
          <p:cNvPr id="4" name="Footer Placeholder 3">
            <a:extLst>
              <a:ext uri="{FF2B5EF4-FFF2-40B4-BE49-F238E27FC236}">
                <a16:creationId xmlns:a16="http://schemas.microsoft.com/office/drawing/2014/main" id="{2B8CD473-5FD1-F8B8-7E9F-EB7E9BD1976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5" name="Slide Number Placeholder 4">
            <a:extLst>
              <a:ext uri="{FF2B5EF4-FFF2-40B4-BE49-F238E27FC236}">
                <a16:creationId xmlns:a16="http://schemas.microsoft.com/office/drawing/2014/main" id="{832D633F-F6F6-60E8-1E0F-503DA71BC56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03F9A04-B69E-4EE9-9A07-C5FD8C1409B6}" type="slidenum">
              <a:rPr lang="en-IE" smtClean="0"/>
              <a:t>‹#›</a:t>
            </a:fld>
            <a:endParaRPr lang="en-IE"/>
          </a:p>
        </p:txBody>
      </p:sp>
    </p:spTree>
    <p:extLst>
      <p:ext uri="{BB962C8B-B14F-4D97-AF65-F5344CB8AC3E}">
        <p14:creationId xmlns:p14="http://schemas.microsoft.com/office/powerpoint/2010/main" val="8492132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D00596-B5EC-404C-A3E5-7C34F07C3CB7}" type="datetimeFigureOut">
              <a:rPr lang="en-GB" smtClean="0"/>
              <a:t>02/12/2024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71F3FA-EEE6-4008-963E-F78DCEBB9B6C}" type="slidenum">
              <a:rPr lang="en-GB" smtClean="0"/>
              <a:t>‹#›</a:t>
            </a:fld>
            <a:endParaRPr lang="en-GB"/>
          </a:p>
        </p:txBody>
      </p:sp>
    </p:spTree>
    <p:extLst>
      <p:ext uri="{BB962C8B-B14F-4D97-AF65-F5344CB8AC3E}">
        <p14:creationId xmlns:p14="http://schemas.microsoft.com/office/powerpoint/2010/main" val="29693300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1317E-4B72-DDFC-3395-0AFCCE2FD98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7DC926A8-BE5E-DB34-24F4-F8937FEFA6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BA5AE87C-D5AB-C13D-F314-AE2B2F13007F}"/>
              </a:ext>
            </a:extLst>
          </p:cNvPr>
          <p:cNvSpPr>
            <a:spLocks noGrp="1"/>
          </p:cNvSpPr>
          <p:nvPr>
            <p:ph type="dt" sz="half" idx="10"/>
          </p:nvPr>
        </p:nvSpPr>
        <p:spPr/>
        <p:txBody>
          <a:bodyPr/>
          <a:lstStyle/>
          <a:p>
            <a:fld id="{C628F180-48E0-4AA3-9DDB-28D1E815DAD5}" type="datetime1">
              <a:rPr lang="en-GB" smtClean="0"/>
              <a:t>02/12/2024</a:t>
            </a:fld>
            <a:endParaRPr lang="en-GB"/>
          </a:p>
        </p:txBody>
      </p:sp>
      <p:sp>
        <p:nvSpPr>
          <p:cNvPr id="5" name="Footer Placeholder 4">
            <a:extLst>
              <a:ext uri="{FF2B5EF4-FFF2-40B4-BE49-F238E27FC236}">
                <a16:creationId xmlns:a16="http://schemas.microsoft.com/office/drawing/2014/main" id="{4B2E1232-B827-66CE-45E4-0AC0EE014F3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D97826-01BA-CB0F-0792-6716C480512F}"/>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452275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6B007DB-BAC0-B5F7-CD3D-D722F4B0FC67}"/>
              </a:ext>
            </a:extLst>
          </p:cNvPr>
          <p:cNvSpPr/>
          <p:nvPr userDrawn="1"/>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dirty="0"/>
          </a:p>
        </p:txBody>
      </p:sp>
      <p:sp>
        <p:nvSpPr>
          <p:cNvPr id="2" name="Title 1">
            <a:extLst>
              <a:ext uri="{FF2B5EF4-FFF2-40B4-BE49-F238E27FC236}">
                <a16:creationId xmlns:a16="http://schemas.microsoft.com/office/drawing/2014/main" id="{BECCE980-C7F7-E4BB-3D60-AC4227DD67AA}"/>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B3A45A55-EFF2-43B6-B7BF-52DAEFC6D4F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3DDE508-9D0D-1A12-5055-B8C9BE3463E1}"/>
              </a:ext>
            </a:extLst>
          </p:cNvPr>
          <p:cNvSpPr>
            <a:spLocks noGrp="1"/>
          </p:cNvSpPr>
          <p:nvPr>
            <p:ph type="dt" sz="half" idx="10"/>
          </p:nvPr>
        </p:nvSpPr>
        <p:spPr/>
        <p:txBody>
          <a:bodyPr/>
          <a:lstStyle>
            <a:lvl1pPr>
              <a:defRPr>
                <a:solidFill>
                  <a:schemeClr val="bg1"/>
                </a:solidFill>
              </a:defRPr>
            </a:lvl1pPr>
          </a:lstStyle>
          <a:p>
            <a:fld id="{CF8357B3-792D-45C8-A5E3-375CD2FC93EA}" type="datetime1">
              <a:rPr lang="en-GB" smtClean="0"/>
              <a:pPr/>
              <a:t>02/12/2024</a:t>
            </a:fld>
            <a:endParaRPr lang="en-GB" dirty="0"/>
          </a:p>
        </p:txBody>
      </p:sp>
      <p:sp>
        <p:nvSpPr>
          <p:cNvPr id="5" name="Footer Placeholder 4">
            <a:extLst>
              <a:ext uri="{FF2B5EF4-FFF2-40B4-BE49-F238E27FC236}">
                <a16:creationId xmlns:a16="http://schemas.microsoft.com/office/drawing/2014/main" id="{9060AB5E-027B-22C7-C21B-F11F469E42AB}"/>
              </a:ext>
            </a:extLst>
          </p:cNvPr>
          <p:cNvSpPr>
            <a:spLocks noGrp="1"/>
          </p:cNvSpPr>
          <p:nvPr>
            <p:ph type="ftr" sz="quarter" idx="11"/>
          </p:nvPr>
        </p:nvSpPr>
        <p:spPr/>
        <p:txBody>
          <a:bodyPr/>
          <a:lstStyle>
            <a:lvl1pPr>
              <a:defRPr>
                <a:solidFill>
                  <a:schemeClr val="bg1"/>
                </a:solidFill>
              </a:defRPr>
            </a:lvl1pPr>
          </a:lstStyle>
          <a:p>
            <a:endParaRPr lang="en-GB" dirty="0"/>
          </a:p>
        </p:txBody>
      </p:sp>
      <p:sp>
        <p:nvSpPr>
          <p:cNvPr id="6" name="Slide Number Placeholder 5">
            <a:extLst>
              <a:ext uri="{FF2B5EF4-FFF2-40B4-BE49-F238E27FC236}">
                <a16:creationId xmlns:a16="http://schemas.microsoft.com/office/drawing/2014/main" id="{79186FA1-5E26-507E-BD6D-3316D06DE8C6}"/>
              </a:ext>
            </a:extLst>
          </p:cNvPr>
          <p:cNvSpPr>
            <a:spLocks noGrp="1"/>
          </p:cNvSpPr>
          <p:nvPr>
            <p:ph type="sldNum" sz="quarter" idx="12"/>
          </p:nvPr>
        </p:nvSpPr>
        <p:spPr/>
        <p:txBody>
          <a:bodyPr/>
          <a:lstStyle>
            <a:lvl1pPr>
              <a:defRPr>
                <a:solidFill>
                  <a:schemeClr val="bg1"/>
                </a:solidFill>
              </a:defRPr>
            </a:lvl1pPr>
          </a:lstStyle>
          <a:p>
            <a:fld id="{1AE971F0-0CD2-4C47-8087-EBCE9716EA84}" type="slidenum">
              <a:rPr lang="en-GB" smtClean="0"/>
              <a:pPr/>
              <a:t>‹#›</a:t>
            </a:fld>
            <a:endParaRPr lang="en-GB" dirty="0"/>
          </a:p>
        </p:txBody>
      </p:sp>
    </p:spTree>
    <p:extLst>
      <p:ext uri="{BB962C8B-B14F-4D97-AF65-F5344CB8AC3E}">
        <p14:creationId xmlns:p14="http://schemas.microsoft.com/office/powerpoint/2010/main" val="39796688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Quotes">
    <p:bg>
      <p:bgPr>
        <a:solidFill>
          <a:srgbClr val="004C6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CE980-C7F7-E4BB-3D60-AC4227DD67AA}"/>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GB" dirty="0"/>
          </a:p>
        </p:txBody>
      </p:sp>
      <p:sp>
        <p:nvSpPr>
          <p:cNvPr id="4" name="Date Placeholder 3">
            <a:extLst>
              <a:ext uri="{FF2B5EF4-FFF2-40B4-BE49-F238E27FC236}">
                <a16:creationId xmlns:a16="http://schemas.microsoft.com/office/drawing/2014/main" id="{A3DDE508-9D0D-1A12-5055-B8C9BE3463E1}"/>
              </a:ext>
            </a:extLst>
          </p:cNvPr>
          <p:cNvSpPr>
            <a:spLocks noGrp="1"/>
          </p:cNvSpPr>
          <p:nvPr>
            <p:ph type="dt" sz="half" idx="10"/>
          </p:nvPr>
        </p:nvSpPr>
        <p:spPr/>
        <p:txBody>
          <a:bodyPr/>
          <a:lstStyle>
            <a:lvl1pPr>
              <a:defRPr>
                <a:solidFill>
                  <a:schemeClr val="bg1">
                    <a:lumMod val="65000"/>
                  </a:schemeClr>
                </a:solidFill>
              </a:defRPr>
            </a:lvl1pPr>
          </a:lstStyle>
          <a:p>
            <a:fld id="{CF8357B3-792D-45C8-A5E3-375CD2FC93EA}" type="datetime1">
              <a:rPr lang="en-GB" smtClean="0"/>
              <a:pPr/>
              <a:t>02/12/2024</a:t>
            </a:fld>
            <a:endParaRPr lang="en-GB"/>
          </a:p>
        </p:txBody>
      </p:sp>
      <p:sp>
        <p:nvSpPr>
          <p:cNvPr id="5" name="Footer Placeholder 4">
            <a:extLst>
              <a:ext uri="{FF2B5EF4-FFF2-40B4-BE49-F238E27FC236}">
                <a16:creationId xmlns:a16="http://schemas.microsoft.com/office/drawing/2014/main" id="{9060AB5E-027B-22C7-C21B-F11F469E42AB}"/>
              </a:ext>
            </a:extLst>
          </p:cNvPr>
          <p:cNvSpPr>
            <a:spLocks noGrp="1"/>
          </p:cNvSpPr>
          <p:nvPr>
            <p:ph type="ftr" sz="quarter" idx="11"/>
          </p:nvPr>
        </p:nvSpPr>
        <p:spPr/>
        <p:txBody>
          <a:bodyPr/>
          <a:lstStyle>
            <a:lvl1pPr>
              <a:defRPr>
                <a:solidFill>
                  <a:schemeClr val="bg1">
                    <a:lumMod val="65000"/>
                  </a:schemeClr>
                </a:solidFill>
              </a:defRPr>
            </a:lvl1pPr>
          </a:lstStyle>
          <a:p>
            <a:endParaRPr lang="en-GB"/>
          </a:p>
        </p:txBody>
      </p:sp>
      <p:sp>
        <p:nvSpPr>
          <p:cNvPr id="6" name="Slide Number Placeholder 5">
            <a:extLst>
              <a:ext uri="{FF2B5EF4-FFF2-40B4-BE49-F238E27FC236}">
                <a16:creationId xmlns:a16="http://schemas.microsoft.com/office/drawing/2014/main" id="{79186FA1-5E26-507E-BD6D-3316D06DE8C6}"/>
              </a:ext>
            </a:extLst>
          </p:cNvPr>
          <p:cNvSpPr>
            <a:spLocks noGrp="1"/>
          </p:cNvSpPr>
          <p:nvPr>
            <p:ph type="sldNum" sz="quarter" idx="12"/>
          </p:nvPr>
        </p:nvSpPr>
        <p:spPr/>
        <p:txBody>
          <a:bodyPr/>
          <a:lstStyle>
            <a:lvl1pPr>
              <a:defRPr>
                <a:solidFill>
                  <a:schemeClr val="bg1">
                    <a:lumMod val="65000"/>
                  </a:schemeClr>
                </a:solidFill>
              </a:defRPr>
            </a:lvl1pPr>
          </a:lstStyle>
          <a:p>
            <a:fld id="{1AE971F0-0CD2-4C47-8087-EBCE9716EA84}" type="slidenum">
              <a:rPr lang="en-GB" smtClean="0"/>
              <a:pPr/>
              <a:t>‹#›</a:t>
            </a:fld>
            <a:endParaRPr lang="en-GB" dirty="0"/>
          </a:p>
        </p:txBody>
      </p:sp>
      <p:pic>
        <p:nvPicPr>
          <p:cNvPr id="8" name="Graphic 7" descr="The following is a quote: ">
            <a:extLst>
              <a:ext uri="{FF2B5EF4-FFF2-40B4-BE49-F238E27FC236}">
                <a16:creationId xmlns:a16="http://schemas.microsoft.com/office/drawing/2014/main" id="{BBC1D34B-9075-8D03-3A5C-E7D33712D62A}"/>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44726" y="1825625"/>
            <a:ext cx="2084363" cy="2084363"/>
          </a:xfrm>
          <a:prstGeom prst="rect">
            <a:avLst/>
          </a:prstGeom>
        </p:spPr>
      </p:pic>
      <p:sp>
        <p:nvSpPr>
          <p:cNvPr id="10" name="Text Placeholder 9">
            <a:extLst>
              <a:ext uri="{FF2B5EF4-FFF2-40B4-BE49-F238E27FC236}">
                <a16:creationId xmlns:a16="http://schemas.microsoft.com/office/drawing/2014/main" id="{71D05262-A873-B471-8864-15D00174DECC}"/>
              </a:ext>
            </a:extLst>
          </p:cNvPr>
          <p:cNvSpPr>
            <a:spLocks noGrp="1"/>
          </p:cNvSpPr>
          <p:nvPr>
            <p:ph type="body" sz="quarter" idx="13"/>
          </p:nvPr>
        </p:nvSpPr>
        <p:spPr>
          <a:xfrm>
            <a:off x="2743200" y="2147888"/>
            <a:ext cx="8610600" cy="379571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dirty="0"/>
          </a:p>
        </p:txBody>
      </p:sp>
    </p:spTree>
    <p:extLst>
      <p:ext uri="{BB962C8B-B14F-4D97-AF65-F5344CB8AC3E}">
        <p14:creationId xmlns:p14="http://schemas.microsoft.com/office/powerpoint/2010/main" val="2458617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24196-08E0-BC7A-8733-4E756A5FA64A}"/>
              </a:ext>
            </a:extLst>
          </p:cNvPr>
          <p:cNvSpPr>
            <a:spLocks noGrp="1"/>
          </p:cNvSpPr>
          <p:nvPr>
            <p:ph type="title"/>
          </p:nvPr>
        </p:nvSpPr>
        <p:spPr>
          <a:xfrm>
            <a:off x="831850" y="1709738"/>
            <a:ext cx="10515600" cy="2852737"/>
          </a:xfrm>
        </p:spPr>
        <p:txBody>
          <a:bodyPr anchor="b"/>
          <a:lstStyle>
            <a:lvl1pPr>
              <a:defRPr sz="6000">
                <a:solidFill>
                  <a:schemeClr val="accent3"/>
                </a:solidFill>
              </a:defRPr>
            </a:lvl1p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43DD4156-1D08-F755-3CB7-F04B4CB231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8A864EA-CCA9-EB4F-A84F-BE9D5F986369}"/>
              </a:ext>
            </a:extLst>
          </p:cNvPr>
          <p:cNvSpPr>
            <a:spLocks noGrp="1"/>
          </p:cNvSpPr>
          <p:nvPr>
            <p:ph type="dt" sz="half" idx="10"/>
          </p:nvPr>
        </p:nvSpPr>
        <p:spPr/>
        <p:txBody>
          <a:bodyPr/>
          <a:lstStyle>
            <a:lvl1pPr>
              <a:defRPr>
                <a:solidFill>
                  <a:schemeClr val="bg1">
                    <a:lumMod val="65000"/>
                  </a:schemeClr>
                </a:solidFill>
              </a:defRPr>
            </a:lvl1pPr>
          </a:lstStyle>
          <a:p>
            <a:fld id="{53F90AE9-7E54-4C99-8887-D88AF3524E1B}" type="datetime1">
              <a:rPr lang="en-GB" smtClean="0"/>
              <a:pPr/>
              <a:t>02/12/2024</a:t>
            </a:fld>
            <a:endParaRPr lang="en-GB"/>
          </a:p>
        </p:txBody>
      </p:sp>
      <p:sp>
        <p:nvSpPr>
          <p:cNvPr id="5" name="Footer Placeholder 4">
            <a:extLst>
              <a:ext uri="{FF2B5EF4-FFF2-40B4-BE49-F238E27FC236}">
                <a16:creationId xmlns:a16="http://schemas.microsoft.com/office/drawing/2014/main" id="{FD1BAC42-79B8-8591-472D-39FDD982E81E}"/>
              </a:ext>
            </a:extLst>
          </p:cNvPr>
          <p:cNvSpPr>
            <a:spLocks noGrp="1"/>
          </p:cNvSpPr>
          <p:nvPr>
            <p:ph type="ftr" sz="quarter" idx="11"/>
          </p:nvPr>
        </p:nvSpPr>
        <p:spPr/>
        <p:txBody>
          <a:bodyPr/>
          <a:lstStyle>
            <a:lvl1pPr>
              <a:defRPr>
                <a:solidFill>
                  <a:schemeClr val="bg1">
                    <a:lumMod val="65000"/>
                  </a:schemeClr>
                </a:solidFill>
              </a:defRPr>
            </a:lvl1pPr>
          </a:lstStyle>
          <a:p>
            <a:endParaRPr lang="en-GB"/>
          </a:p>
        </p:txBody>
      </p:sp>
      <p:sp>
        <p:nvSpPr>
          <p:cNvPr id="6" name="Slide Number Placeholder 5">
            <a:extLst>
              <a:ext uri="{FF2B5EF4-FFF2-40B4-BE49-F238E27FC236}">
                <a16:creationId xmlns:a16="http://schemas.microsoft.com/office/drawing/2014/main" id="{E39DDDC1-A48D-40A0-07DA-F99E091C3F22}"/>
              </a:ext>
            </a:extLst>
          </p:cNvPr>
          <p:cNvSpPr>
            <a:spLocks noGrp="1"/>
          </p:cNvSpPr>
          <p:nvPr>
            <p:ph type="sldNum" sz="quarter" idx="12"/>
          </p:nvPr>
        </p:nvSpPr>
        <p:spPr/>
        <p:txBody>
          <a:bodyPr/>
          <a:lstStyle>
            <a:lvl1pPr>
              <a:defRPr>
                <a:solidFill>
                  <a:schemeClr val="bg1">
                    <a:lumMod val="65000"/>
                  </a:schemeClr>
                </a:solidFill>
              </a:defRPr>
            </a:lvl1pPr>
          </a:lstStyle>
          <a:p>
            <a:fld id="{1AE971F0-0CD2-4C47-8087-EBCE9716EA84}" type="slidenum">
              <a:rPr lang="en-GB" smtClean="0"/>
              <a:pPr/>
              <a:t>‹#›</a:t>
            </a:fld>
            <a:endParaRPr lang="en-GB"/>
          </a:p>
        </p:txBody>
      </p:sp>
    </p:spTree>
    <p:extLst>
      <p:ext uri="{BB962C8B-B14F-4D97-AF65-F5344CB8AC3E}">
        <p14:creationId xmlns:p14="http://schemas.microsoft.com/office/powerpoint/2010/main" val="532789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24196-08E0-BC7A-8733-4E756A5FA64A}"/>
              </a:ext>
            </a:extLst>
          </p:cNvPr>
          <p:cNvSpPr>
            <a:spLocks noGrp="1"/>
          </p:cNvSpPr>
          <p:nvPr>
            <p:ph type="title"/>
          </p:nvPr>
        </p:nvSpPr>
        <p:spPr>
          <a:xfrm>
            <a:off x="831850" y="4816548"/>
            <a:ext cx="10515600" cy="1223851"/>
          </a:xfrm>
        </p:spPr>
        <p:txBody>
          <a:bodyPr anchor="b">
            <a:normAutofit/>
          </a:bodyPr>
          <a:lstStyle>
            <a:lvl1pPr algn="ctr">
              <a:defRPr sz="5400">
                <a:solidFill>
                  <a:schemeClr val="accent3"/>
                </a:solidFill>
              </a:defRPr>
            </a:lvl1pPr>
          </a:lstStyle>
          <a:p>
            <a:r>
              <a:rPr lang="en-GB"/>
              <a:t>Click to edit Master title style</a:t>
            </a:r>
            <a:endParaRPr lang="en-GB" dirty="0"/>
          </a:p>
        </p:txBody>
      </p:sp>
      <p:sp>
        <p:nvSpPr>
          <p:cNvPr id="4" name="Date Placeholder 3">
            <a:extLst>
              <a:ext uri="{FF2B5EF4-FFF2-40B4-BE49-F238E27FC236}">
                <a16:creationId xmlns:a16="http://schemas.microsoft.com/office/drawing/2014/main" id="{18A864EA-CCA9-EB4F-A84F-BE9D5F986369}"/>
              </a:ext>
            </a:extLst>
          </p:cNvPr>
          <p:cNvSpPr>
            <a:spLocks noGrp="1"/>
          </p:cNvSpPr>
          <p:nvPr>
            <p:ph type="dt" sz="half" idx="10"/>
          </p:nvPr>
        </p:nvSpPr>
        <p:spPr/>
        <p:txBody>
          <a:bodyPr/>
          <a:lstStyle/>
          <a:p>
            <a:fld id="{53F90AE9-7E54-4C99-8887-D88AF3524E1B}" type="datetime1">
              <a:rPr lang="en-GB" smtClean="0"/>
              <a:t>02/12/2024</a:t>
            </a:fld>
            <a:endParaRPr lang="en-GB"/>
          </a:p>
        </p:txBody>
      </p:sp>
      <p:sp>
        <p:nvSpPr>
          <p:cNvPr id="5" name="Footer Placeholder 4">
            <a:extLst>
              <a:ext uri="{FF2B5EF4-FFF2-40B4-BE49-F238E27FC236}">
                <a16:creationId xmlns:a16="http://schemas.microsoft.com/office/drawing/2014/main" id="{FD1BAC42-79B8-8591-472D-39FDD982E81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39DDDC1-A48D-40A0-07DA-F99E091C3F22}"/>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8" name="Content Placeholder 7">
            <a:extLst>
              <a:ext uri="{FF2B5EF4-FFF2-40B4-BE49-F238E27FC236}">
                <a16:creationId xmlns:a16="http://schemas.microsoft.com/office/drawing/2014/main" id="{459A2BA5-1AB5-DB59-3C54-16713B4E4270}"/>
              </a:ext>
            </a:extLst>
          </p:cNvPr>
          <p:cNvSpPr>
            <a:spLocks noGrp="1"/>
          </p:cNvSpPr>
          <p:nvPr>
            <p:ph sz="quarter" idx="13"/>
          </p:nvPr>
        </p:nvSpPr>
        <p:spPr>
          <a:xfrm>
            <a:off x="2754313" y="712788"/>
            <a:ext cx="6794500" cy="41037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Tree>
    <p:extLst>
      <p:ext uri="{BB962C8B-B14F-4D97-AF65-F5344CB8AC3E}">
        <p14:creationId xmlns:p14="http://schemas.microsoft.com/office/powerpoint/2010/main" val="4068118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B0BE543-0448-3A4C-5F33-EAD956CEEC4F}"/>
              </a:ext>
            </a:extLst>
          </p:cNvPr>
          <p:cNvSpPr/>
          <p:nvPr userDrawn="1"/>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109FF7AA-B49C-D561-FA47-CB24D2FBF6F4}"/>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15761E7E-A789-0692-DCFA-73EB3A13A57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8C5CDC2F-840C-693F-493D-EB4B70B8294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52413D37-E198-0C87-31DE-C825CE017A07}"/>
              </a:ext>
            </a:extLst>
          </p:cNvPr>
          <p:cNvSpPr>
            <a:spLocks noGrp="1"/>
          </p:cNvSpPr>
          <p:nvPr>
            <p:ph type="dt" sz="half" idx="10"/>
          </p:nvPr>
        </p:nvSpPr>
        <p:spPr/>
        <p:txBody>
          <a:bodyPr/>
          <a:lstStyle/>
          <a:p>
            <a:fld id="{D764A6A6-A921-4A2A-98B6-101BBB6E441B}" type="datetime1">
              <a:rPr lang="en-GB" smtClean="0"/>
              <a:t>02/12/2024</a:t>
            </a:fld>
            <a:endParaRPr lang="en-GB"/>
          </a:p>
        </p:txBody>
      </p:sp>
      <p:sp>
        <p:nvSpPr>
          <p:cNvPr id="6" name="Footer Placeholder 5">
            <a:extLst>
              <a:ext uri="{FF2B5EF4-FFF2-40B4-BE49-F238E27FC236}">
                <a16:creationId xmlns:a16="http://schemas.microsoft.com/office/drawing/2014/main" id="{EF355D9D-23CD-C2B7-2CB9-63A7B666AAF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6C84A3F-2DEF-A695-73CD-C8A79EDD75B4}"/>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96718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A557A7C-8356-9C4D-0FD4-A2809BBA22A6}"/>
              </a:ext>
            </a:extLst>
          </p:cNvPr>
          <p:cNvSpPr/>
          <p:nvPr userDrawn="1"/>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8C23E5D6-F819-DF80-8C6A-FE0FD23685EF}"/>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40634751-4015-7A9E-A494-E4825F6D8A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DD0E5A5-4B18-9989-88ED-D6B31265D2D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27685D65-C667-2456-E06F-F0E68B2E5C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944F890-33E6-BD4B-978A-E4B20968B85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DE26AA7C-81D8-7C95-3E01-76956024FF9F}"/>
              </a:ext>
            </a:extLst>
          </p:cNvPr>
          <p:cNvSpPr>
            <a:spLocks noGrp="1"/>
          </p:cNvSpPr>
          <p:nvPr>
            <p:ph type="dt" sz="half" idx="10"/>
          </p:nvPr>
        </p:nvSpPr>
        <p:spPr/>
        <p:txBody>
          <a:bodyPr/>
          <a:lstStyle/>
          <a:p>
            <a:fld id="{B86ED810-C173-4B0E-912A-A0CE5E563277}" type="datetime1">
              <a:rPr lang="en-GB" smtClean="0"/>
              <a:t>02/12/2024</a:t>
            </a:fld>
            <a:endParaRPr lang="en-GB"/>
          </a:p>
        </p:txBody>
      </p:sp>
      <p:sp>
        <p:nvSpPr>
          <p:cNvPr id="8" name="Footer Placeholder 7">
            <a:extLst>
              <a:ext uri="{FF2B5EF4-FFF2-40B4-BE49-F238E27FC236}">
                <a16:creationId xmlns:a16="http://schemas.microsoft.com/office/drawing/2014/main" id="{137830B1-02EA-A7DB-8FCF-32C06C3E0B2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E580A6F-5EBE-2DCC-8CCB-9F05EA6645C0}"/>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751188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8C00E1A-F73B-4343-8C36-A161A0EDF3C9}"/>
              </a:ext>
            </a:extLst>
          </p:cNvPr>
          <p:cNvSpPr/>
          <p:nvPr userDrawn="1"/>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7DCD2DC0-0D4F-4B0E-7C43-380735648227}"/>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11278B6D-6F61-EF5E-B5CC-F72AA2353D1E}"/>
              </a:ext>
            </a:extLst>
          </p:cNvPr>
          <p:cNvSpPr>
            <a:spLocks noGrp="1"/>
          </p:cNvSpPr>
          <p:nvPr>
            <p:ph type="dt" sz="half" idx="10"/>
          </p:nvPr>
        </p:nvSpPr>
        <p:spPr/>
        <p:txBody>
          <a:bodyPr/>
          <a:lstStyle/>
          <a:p>
            <a:fld id="{ECC13B55-8FCA-4DA4-AC78-B3100A5B2594}" type="datetime1">
              <a:rPr lang="en-GB" smtClean="0"/>
              <a:t>02/12/2024</a:t>
            </a:fld>
            <a:endParaRPr lang="en-GB"/>
          </a:p>
        </p:txBody>
      </p:sp>
      <p:sp>
        <p:nvSpPr>
          <p:cNvPr id="4" name="Footer Placeholder 3">
            <a:extLst>
              <a:ext uri="{FF2B5EF4-FFF2-40B4-BE49-F238E27FC236}">
                <a16:creationId xmlns:a16="http://schemas.microsoft.com/office/drawing/2014/main" id="{527A9D98-33BD-A8E4-155E-07D8B622BEE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C44C4ED-AE87-B167-6C8F-8D62A01C4EB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6848765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fld id="{092FB2E9-2CC8-42D6-A769-E6AC2FC4FFA8}" type="datetime1">
              <a:rPr lang="en-GB" smtClean="0"/>
              <a:t>02/12/2024</a:t>
            </a:fld>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1250828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w colour">
    <p:bg>
      <p:bgPr>
        <a:solidFill>
          <a:schemeClr val="accent3"/>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fld id="{092FB2E9-2CC8-42D6-A769-E6AC2FC4FFA8}" type="datetime1">
              <a:rPr lang="en-GB" smtClean="0"/>
              <a:t>02/12/2024</a:t>
            </a:fld>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973100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B3F2E4F-D69A-C303-0281-6BB8BC65FA1A}"/>
              </a:ext>
            </a:extLst>
          </p:cNvPr>
          <p:cNvSpPr/>
          <p:nvPr userDrawn="1"/>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DFE483EC-461E-3DF8-7723-85858B62097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5ED0BA06-04AB-09B5-645C-2091343E99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5FD91B3F-7C7C-73B9-77CB-A11B1FCF85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167F290-2545-0C2B-78A6-D50CE3D009E9}"/>
              </a:ext>
            </a:extLst>
          </p:cNvPr>
          <p:cNvSpPr>
            <a:spLocks noGrp="1"/>
          </p:cNvSpPr>
          <p:nvPr>
            <p:ph type="dt" sz="half" idx="10"/>
          </p:nvPr>
        </p:nvSpPr>
        <p:spPr/>
        <p:txBody>
          <a:bodyPr/>
          <a:lstStyle/>
          <a:p>
            <a:fld id="{B30BCE03-B3A4-4FF4-8428-B21A8B5011F1}" type="datetime1">
              <a:rPr lang="en-GB" smtClean="0"/>
              <a:t>02/12/2024</a:t>
            </a:fld>
            <a:endParaRPr lang="en-GB"/>
          </a:p>
        </p:txBody>
      </p:sp>
      <p:sp>
        <p:nvSpPr>
          <p:cNvPr id="6" name="Footer Placeholder 5">
            <a:extLst>
              <a:ext uri="{FF2B5EF4-FFF2-40B4-BE49-F238E27FC236}">
                <a16:creationId xmlns:a16="http://schemas.microsoft.com/office/drawing/2014/main" id="{770E117D-2169-6E39-149C-5FBECD5E764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83838A-4F66-F529-E239-3AE7FBEDEB56}"/>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12437353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54395A0-EB10-01E3-39B4-075A8ACEABC7}"/>
              </a:ext>
            </a:extLst>
          </p:cNvPr>
          <p:cNvSpPr/>
          <p:nvPr userDrawn="1"/>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232FAE3E-C2EA-DDE4-4229-9EB50F2F144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D6131BBD-51CD-4DC2-4A60-8A48EA6C6A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a:extLst>
              <a:ext uri="{FF2B5EF4-FFF2-40B4-BE49-F238E27FC236}">
                <a16:creationId xmlns:a16="http://schemas.microsoft.com/office/drawing/2014/main" id="{683B0D01-09EF-1E92-D338-9CD0EBA943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2B20126-F846-16D0-EBDD-34D48607E985}"/>
              </a:ext>
            </a:extLst>
          </p:cNvPr>
          <p:cNvSpPr>
            <a:spLocks noGrp="1"/>
          </p:cNvSpPr>
          <p:nvPr>
            <p:ph type="dt" sz="half" idx="10"/>
          </p:nvPr>
        </p:nvSpPr>
        <p:spPr/>
        <p:txBody>
          <a:bodyPr/>
          <a:lstStyle/>
          <a:p>
            <a:fld id="{0F8FA313-4A38-4EAD-86EB-2D8D5F57D26A}" type="datetime1">
              <a:rPr lang="en-GB" smtClean="0"/>
              <a:t>02/12/2024</a:t>
            </a:fld>
            <a:endParaRPr lang="en-GB"/>
          </a:p>
        </p:txBody>
      </p:sp>
      <p:sp>
        <p:nvSpPr>
          <p:cNvPr id="6" name="Footer Placeholder 5">
            <a:extLst>
              <a:ext uri="{FF2B5EF4-FFF2-40B4-BE49-F238E27FC236}">
                <a16:creationId xmlns:a16="http://schemas.microsoft.com/office/drawing/2014/main" id="{1F34FC57-C801-AEF4-1D0A-E095B6450AC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1951B0C-275C-33D2-9A96-4D0314E6EEA7}"/>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11061548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A1A4EC-146B-3381-63D1-52F3C15CB004}"/>
              </a:ext>
            </a:extLst>
          </p:cNvPr>
          <p:cNvSpPr/>
          <p:nvPr userDrawn="1"/>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B4BEF132-B0C4-CEBA-D9BB-A90CC2A65F9E}"/>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515F3702-713A-C951-9CCF-955488BC645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E34A4F3-ECB2-56FC-3055-081257812145}"/>
              </a:ext>
            </a:extLst>
          </p:cNvPr>
          <p:cNvSpPr>
            <a:spLocks noGrp="1"/>
          </p:cNvSpPr>
          <p:nvPr>
            <p:ph type="dt" sz="half" idx="10"/>
          </p:nvPr>
        </p:nvSpPr>
        <p:spPr/>
        <p:txBody>
          <a:bodyPr/>
          <a:lstStyle/>
          <a:p>
            <a:fld id="{1474DD92-0689-46D4-9C2A-552C58686E68}" type="datetime1">
              <a:rPr lang="en-GB" smtClean="0"/>
              <a:t>02/12/2024</a:t>
            </a:fld>
            <a:endParaRPr lang="en-GB"/>
          </a:p>
        </p:txBody>
      </p:sp>
      <p:sp>
        <p:nvSpPr>
          <p:cNvPr id="5" name="Footer Placeholder 4">
            <a:extLst>
              <a:ext uri="{FF2B5EF4-FFF2-40B4-BE49-F238E27FC236}">
                <a16:creationId xmlns:a16="http://schemas.microsoft.com/office/drawing/2014/main" id="{ED1849C6-D413-92F0-6B5F-27BB8AC757F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A79A6DE-F917-5ECB-80DB-4C5C9924B1F0}"/>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6651151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9213BEA-D64A-CDAB-CB01-CACA6AEFB654}"/>
              </a:ext>
            </a:extLst>
          </p:cNvPr>
          <p:cNvSpPr/>
          <p:nvPr userDrawn="1"/>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Vertical Title 1">
            <a:extLst>
              <a:ext uri="{FF2B5EF4-FFF2-40B4-BE49-F238E27FC236}">
                <a16:creationId xmlns:a16="http://schemas.microsoft.com/office/drawing/2014/main" id="{E2FFD24A-02C7-3C15-C6A2-2FE1816ED4EA}"/>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607E5EB9-6E42-B9D7-5671-A15D13E2010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F3BCAA2-15B7-B922-2788-5986E5EEAC91}"/>
              </a:ext>
            </a:extLst>
          </p:cNvPr>
          <p:cNvSpPr>
            <a:spLocks noGrp="1"/>
          </p:cNvSpPr>
          <p:nvPr>
            <p:ph type="dt" sz="half" idx="10"/>
          </p:nvPr>
        </p:nvSpPr>
        <p:spPr/>
        <p:txBody>
          <a:bodyPr/>
          <a:lstStyle/>
          <a:p>
            <a:fld id="{4309FAC4-3DA8-4863-84F7-7F33571AE90B}" type="datetime1">
              <a:rPr lang="en-GB" smtClean="0"/>
              <a:t>02/12/2024</a:t>
            </a:fld>
            <a:endParaRPr lang="en-GB"/>
          </a:p>
        </p:txBody>
      </p:sp>
      <p:sp>
        <p:nvSpPr>
          <p:cNvPr id="5" name="Footer Placeholder 4">
            <a:extLst>
              <a:ext uri="{FF2B5EF4-FFF2-40B4-BE49-F238E27FC236}">
                <a16:creationId xmlns:a16="http://schemas.microsoft.com/office/drawing/2014/main" id="{45AD40C5-A7B5-0CB8-7A77-77280AC6EDB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3DA6257-1CC9-8C66-1C48-A645172DCA15}"/>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131842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E0A642-ABE6-FE0E-2BD1-AB0BC48CE2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E9047573-978D-7FA9-0D26-40779E9769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56631032-3BBA-DDD8-39F1-68FB671B8D3D}"/>
              </a:ext>
            </a:extLst>
          </p:cNvPr>
          <p:cNvSpPr>
            <a:spLocks noGrp="1"/>
          </p:cNvSpPr>
          <p:nvPr>
            <p:ph type="dt" sz="half" idx="2"/>
          </p:nvPr>
        </p:nvSpPr>
        <p:spPr>
          <a:xfrm>
            <a:off x="838200" y="6388249"/>
            <a:ext cx="2743200" cy="365125"/>
          </a:xfrm>
          <a:prstGeom prst="rect">
            <a:avLst/>
          </a:prstGeom>
        </p:spPr>
        <p:txBody>
          <a:bodyPr vert="horz" lIns="91440" tIns="45720" rIns="91440" bIns="45720" rtlCol="0" anchor="ctr"/>
          <a:lstStyle>
            <a:lvl1pPr algn="l">
              <a:defRPr sz="1200">
                <a:solidFill>
                  <a:schemeClr val="bg1"/>
                </a:solidFill>
              </a:defRPr>
            </a:lvl1pPr>
          </a:lstStyle>
          <a:p>
            <a:fld id="{A02127B0-3699-4D16-99C4-CE122436B0DA}" type="datetime1">
              <a:rPr lang="en-GB" smtClean="0"/>
              <a:pPr/>
              <a:t>02/12/2024</a:t>
            </a:fld>
            <a:endParaRPr lang="en-GB" dirty="0"/>
          </a:p>
        </p:txBody>
      </p:sp>
      <p:sp>
        <p:nvSpPr>
          <p:cNvPr id="5" name="Footer Placeholder 4">
            <a:extLst>
              <a:ext uri="{FF2B5EF4-FFF2-40B4-BE49-F238E27FC236}">
                <a16:creationId xmlns:a16="http://schemas.microsoft.com/office/drawing/2014/main" id="{B8C0B08B-CD62-82DF-7BC9-CCDE7E5B639E}"/>
              </a:ext>
            </a:extLst>
          </p:cNvPr>
          <p:cNvSpPr>
            <a:spLocks noGrp="1"/>
          </p:cNvSpPr>
          <p:nvPr>
            <p:ph type="ftr" sz="quarter" idx="3"/>
          </p:nvPr>
        </p:nvSpPr>
        <p:spPr>
          <a:xfrm>
            <a:off x="4038600" y="6388249"/>
            <a:ext cx="4114800" cy="365125"/>
          </a:xfrm>
          <a:prstGeom prst="rect">
            <a:avLst/>
          </a:prstGeom>
        </p:spPr>
        <p:txBody>
          <a:bodyPr vert="horz" lIns="91440" tIns="45720" rIns="91440" bIns="45720" rtlCol="0" anchor="ctr"/>
          <a:lstStyle>
            <a:lvl1pPr algn="ctr">
              <a:defRPr sz="1200">
                <a:solidFill>
                  <a:schemeClr val="bg1"/>
                </a:solidFill>
              </a:defRPr>
            </a:lvl1pPr>
          </a:lstStyle>
          <a:p>
            <a:endParaRPr lang="en-GB"/>
          </a:p>
        </p:txBody>
      </p:sp>
      <p:sp>
        <p:nvSpPr>
          <p:cNvPr id="6" name="Slide Number Placeholder 5">
            <a:extLst>
              <a:ext uri="{FF2B5EF4-FFF2-40B4-BE49-F238E27FC236}">
                <a16:creationId xmlns:a16="http://schemas.microsoft.com/office/drawing/2014/main" id="{02D453A8-267C-532B-1CCE-A59D105FDAE1}"/>
              </a:ext>
            </a:extLst>
          </p:cNvPr>
          <p:cNvSpPr>
            <a:spLocks noGrp="1"/>
          </p:cNvSpPr>
          <p:nvPr>
            <p:ph type="sldNum" sz="quarter" idx="4"/>
          </p:nvPr>
        </p:nvSpPr>
        <p:spPr>
          <a:xfrm>
            <a:off x="8610600" y="6388249"/>
            <a:ext cx="2743200" cy="365125"/>
          </a:xfrm>
          <a:prstGeom prst="rect">
            <a:avLst/>
          </a:prstGeom>
        </p:spPr>
        <p:txBody>
          <a:bodyPr vert="horz" lIns="91440" tIns="45720" rIns="91440" bIns="45720" rtlCol="0" anchor="ctr"/>
          <a:lstStyle>
            <a:lvl1pPr algn="r">
              <a:defRPr sz="1600" b="1">
                <a:solidFill>
                  <a:schemeClr val="bg1"/>
                </a:solidFill>
              </a:defRPr>
            </a:lvl1pPr>
          </a:lstStyle>
          <a:p>
            <a:fld id="{1AE971F0-0CD2-4C47-8087-EBCE9716EA84}" type="slidenum">
              <a:rPr lang="en-GB" smtClean="0"/>
              <a:pPr/>
              <a:t>‹#›</a:t>
            </a:fld>
            <a:endParaRPr lang="en-GB"/>
          </a:p>
        </p:txBody>
      </p:sp>
    </p:spTree>
    <p:extLst>
      <p:ext uri="{BB962C8B-B14F-4D97-AF65-F5344CB8AC3E}">
        <p14:creationId xmlns:p14="http://schemas.microsoft.com/office/powerpoint/2010/main" val="20067148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61" r:id="rId5"/>
    <p:sldLayoutId id="2147483652" r:id="rId6"/>
    <p:sldLayoutId id="2147483653" r:id="rId7"/>
    <p:sldLayoutId id="2147483654" r:id="rId8"/>
    <p:sldLayoutId id="2147483655" r:id="rId9"/>
    <p:sldLayoutId id="2147483662" r:id="rId10"/>
    <p:sldLayoutId id="2147483656" r:id="rId11"/>
    <p:sldLayoutId id="2147483657" r:id="rId12"/>
    <p:sldLayoutId id="2147483658" r:id="rId13"/>
    <p:sldLayoutId id="2147483659" r:id="rId14"/>
  </p:sldLayoutIdLst>
  <p:hf hdr="0" ftr="0" dt="0"/>
  <p:txStyles>
    <p:titleStyle>
      <a:lvl1pPr algn="l" defTabSz="914400" rtl="0" eaLnBrk="1" latinLnBrk="0" hangingPunct="1">
        <a:lnSpc>
          <a:spcPct val="90000"/>
        </a:lnSpc>
        <a:spcBef>
          <a:spcPct val="0"/>
        </a:spcBef>
        <a:buNone/>
        <a:defRPr sz="4400" b="1" kern="1200">
          <a:solidFill>
            <a:srgbClr val="004C6C"/>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en.wikipedia.org/wiki/Precision_and_recall" TargetMode="External"/><Relationship Id="rId2" Type="http://schemas.openxmlformats.org/officeDocument/2006/relationships/hyperlink" Target="https://en.wikipedia.org/wiki/Accuracy_and_precision" TargetMode="External"/><Relationship Id="rId1" Type="http://schemas.openxmlformats.org/officeDocument/2006/relationships/slideLayout" Target="../slideLayouts/slideLayout2.xml"/><Relationship Id="rId5" Type="http://schemas.openxmlformats.org/officeDocument/2006/relationships/hyperlink" Target="https://en.wikipedia.org/wiki/F1_score" TargetMode="External"/><Relationship Id="rId4" Type="http://schemas.openxmlformats.org/officeDocument/2006/relationships/hyperlink" Target="https://en.wikipedia.org/wiki/Sensitivity_and_specificity"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59FA92C-B278-E264-6857-68AD13A165C3}"/>
              </a:ext>
            </a:extLst>
          </p:cNvPr>
          <p:cNvSpPr txBox="1">
            <a:spLocks noGrp="1"/>
          </p:cNvSpPr>
          <p:nvPr>
            <p:ph type="title" idx="4294967295"/>
          </p:nvPr>
        </p:nvSpPr>
        <p:spPr>
          <a:xfrm>
            <a:off x="387196" y="4385265"/>
            <a:ext cx="6192280" cy="769441"/>
          </a:xfrm>
          <a:prstGeom prst="rect">
            <a:avLst/>
          </a:prstGeom>
          <a:noFill/>
          <a:ln>
            <a:solidFill>
              <a:schemeClr val="bg1"/>
            </a:solid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dirty="0">
                <a:solidFill>
                  <a:schemeClr val="bg1"/>
                </a:solidFill>
                <a:latin typeface="Helvetica" panose="020B0604020202020204" pitchFamily="34" charset="0"/>
                <a:ea typeface="Open Sans ExtraBold"/>
                <a:cs typeface="Helvetica" panose="020B0604020202020204" pitchFamily="34" charset="0"/>
              </a:rPr>
              <a:t>Evaluation Metrics</a:t>
            </a:r>
            <a:endParaRPr kumimoji="0" lang="en-IE" b="1" i="0" u="none" strike="noStrike" kern="1200" cap="none" spc="0" normalizeH="0" baseline="0" noProof="0" dirty="0">
              <a:ln>
                <a:noFill/>
              </a:ln>
              <a:solidFill>
                <a:schemeClr val="bg1"/>
              </a:solidFill>
              <a:effectLst/>
              <a:uLnTx/>
              <a:uFillTx/>
              <a:latin typeface="Helvetica" panose="020B0604020202020204" pitchFamily="34" charset="0"/>
              <a:ea typeface="+mn-ea"/>
              <a:cs typeface="Helvetica" panose="020B0604020202020204" pitchFamily="34" charset="0"/>
            </a:endParaRPr>
          </a:p>
        </p:txBody>
      </p:sp>
      <p:pic>
        <p:nvPicPr>
          <p:cNvPr id="2" name="Picture 1">
            <a:extLst>
              <a:ext uri="{FF2B5EF4-FFF2-40B4-BE49-F238E27FC236}">
                <a16:creationId xmlns:a16="http://schemas.microsoft.com/office/drawing/2014/main" id="{239C537A-E4F3-A9C1-526E-54DF695733DF}"/>
              </a:ext>
            </a:extLst>
          </p:cNvPr>
          <p:cNvPicPr>
            <a:picLocks noChangeAspect="1"/>
          </p:cNvPicPr>
          <p:nvPr/>
        </p:nvPicPr>
        <p:blipFill>
          <a:blip r:embed="rId3"/>
          <a:stretch>
            <a:fillRect/>
          </a:stretch>
        </p:blipFill>
        <p:spPr>
          <a:xfrm>
            <a:off x="1142980" y="499872"/>
            <a:ext cx="3461512" cy="3461512"/>
          </a:xfrm>
          <a:prstGeom prst="rect">
            <a:avLst/>
          </a:prstGeom>
        </p:spPr>
      </p:pic>
      <p:sp>
        <p:nvSpPr>
          <p:cNvPr id="3" name="TextBox 2">
            <a:extLst>
              <a:ext uri="{FF2B5EF4-FFF2-40B4-BE49-F238E27FC236}">
                <a16:creationId xmlns:a16="http://schemas.microsoft.com/office/drawing/2014/main" id="{5D50B6A2-4B86-A664-3D97-1DFB56775195}"/>
              </a:ext>
            </a:extLst>
          </p:cNvPr>
          <p:cNvSpPr txBox="1"/>
          <p:nvPr/>
        </p:nvSpPr>
        <p:spPr>
          <a:xfrm>
            <a:off x="483476" y="5834908"/>
            <a:ext cx="6096000" cy="523220"/>
          </a:xfrm>
          <a:prstGeom prst="rect">
            <a:avLst/>
          </a:prstGeom>
          <a:noFill/>
        </p:spPr>
        <p:txBody>
          <a:bodyPr wrap="square">
            <a:spAutoFit/>
          </a:bodyPr>
          <a:lstStyle/>
          <a:p>
            <a:r>
              <a:rPr lang="en-US" sz="2800" b="0" i="1" dirty="0">
                <a:solidFill>
                  <a:schemeClr val="bg1"/>
                </a:solidFill>
                <a:latin typeface="Helvetica" panose="020B0604020202020204" pitchFamily="34" charset="0"/>
                <a:ea typeface="Open Sans ExtraBold"/>
              </a:rPr>
              <a:t>Luis Miralles</a:t>
            </a:r>
            <a:endParaRPr lang="en-IE" sz="2800" dirty="0"/>
          </a:p>
        </p:txBody>
      </p:sp>
    </p:spTree>
    <p:extLst>
      <p:ext uri="{BB962C8B-B14F-4D97-AF65-F5344CB8AC3E}">
        <p14:creationId xmlns:p14="http://schemas.microsoft.com/office/powerpoint/2010/main" val="27408383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CBD6D19-71CD-F0E4-63C7-6EC009295A59}"/>
              </a:ext>
            </a:extLst>
          </p:cNvPr>
          <p:cNvSpPr>
            <a:spLocks noGrp="1"/>
          </p:cNvSpPr>
          <p:nvPr>
            <p:ph type="title"/>
          </p:nvPr>
        </p:nvSpPr>
        <p:spPr/>
        <p:txBody>
          <a:bodyPr/>
          <a:lstStyle/>
          <a:p>
            <a:r>
              <a:rPr lang="en-GB" dirty="0"/>
              <a:t>Classification Metrics</a:t>
            </a:r>
            <a:endParaRPr lang="en-IE" dirty="0"/>
          </a:p>
        </p:txBody>
      </p:sp>
      <p:sp>
        <p:nvSpPr>
          <p:cNvPr id="7" name="Slide Number Placeholder 6">
            <a:extLst>
              <a:ext uri="{FF2B5EF4-FFF2-40B4-BE49-F238E27FC236}">
                <a16:creationId xmlns:a16="http://schemas.microsoft.com/office/drawing/2014/main" id="{6BA64DFD-193E-8E92-4B81-615BE8AC4947}"/>
              </a:ext>
            </a:extLst>
          </p:cNvPr>
          <p:cNvSpPr>
            <a:spLocks noGrp="1"/>
          </p:cNvSpPr>
          <p:nvPr>
            <p:ph type="sldNum" sz="quarter" idx="12"/>
          </p:nvPr>
        </p:nvSpPr>
        <p:spPr/>
        <p:txBody>
          <a:bodyPr/>
          <a:lstStyle/>
          <a:p>
            <a:fld id="{1AE971F0-0CD2-4C47-8087-EBCE9716EA84}" type="slidenum">
              <a:rPr lang="en-GB" smtClean="0"/>
              <a:t>2</a:t>
            </a:fld>
            <a:endParaRPr lang="en-GB"/>
          </a:p>
        </p:txBody>
      </p:sp>
      <p:pic>
        <p:nvPicPr>
          <p:cNvPr id="4" name="Picture 3">
            <a:extLst>
              <a:ext uri="{FF2B5EF4-FFF2-40B4-BE49-F238E27FC236}">
                <a16:creationId xmlns:a16="http://schemas.microsoft.com/office/drawing/2014/main" id="{358BE115-C753-6F95-C2DF-DF7DB409BA7C}"/>
              </a:ext>
            </a:extLst>
          </p:cNvPr>
          <p:cNvPicPr>
            <a:picLocks noChangeAspect="1"/>
          </p:cNvPicPr>
          <p:nvPr/>
        </p:nvPicPr>
        <p:blipFill>
          <a:blip r:embed="rId2"/>
          <a:stretch>
            <a:fillRect/>
          </a:stretch>
        </p:blipFill>
        <p:spPr>
          <a:xfrm>
            <a:off x="3972063" y="581375"/>
            <a:ext cx="4235173" cy="4235173"/>
          </a:xfrm>
          <a:prstGeom prst="rect">
            <a:avLst/>
          </a:prstGeom>
        </p:spPr>
      </p:pic>
    </p:spTree>
    <p:extLst>
      <p:ext uri="{BB962C8B-B14F-4D97-AF65-F5344CB8AC3E}">
        <p14:creationId xmlns:p14="http://schemas.microsoft.com/office/powerpoint/2010/main" val="41873940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E4A80-C056-E87D-30C6-C7A6443D663B}"/>
              </a:ext>
            </a:extLst>
          </p:cNvPr>
          <p:cNvSpPr>
            <a:spLocks noGrp="1"/>
          </p:cNvSpPr>
          <p:nvPr>
            <p:ph type="title"/>
          </p:nvPr>
        </p:nvSpPr>
        <p:spPr>
          <a:xfrm>
            <a:off x="400878" y="275672"/>
            <a:ext cx="10515600" cy="808767"/>
          </a:xfrm>
        </p:spPr>
        <p:txBody>
          <a:bodyPr/>
          <a:lstStyle/>
          <a:p>
            <a:r>
              <a:rPr lang="en-IE" dirty="0"/>
              <a:t>Classification Metrics</a:t>
            </a:r>
          </a:p>
        </p:txBody>
      </p:sp>
      <p:pic>
        <p:nvPicPr>
          <p:cNvPr id="5" name="Content Placeholder 4" descr="A diagram of a data analysis&#10;&#10;Description automatically generated">
            <a:extLst>
              <a:ext uri="{FF2B5EF4-FFF2-40B4-BE49-F238E27FC236}">
                <a16:creationId xmlns:a16="http://schemas.microsoft.com/office/drawing/2014/main" id="{C85A3E07-0AA1-88A5-EE92-26EF5F1656E4}"/>
              </a:ext>
            </a:extLst>
          </p:cNvPr>
          <p:cNvPicPr>
            <a:picLocks noGrp="1" noChangeAspect="1"/>
          </p:cNvPicPr>
          <p:nvPr>
            <p:ph idx="1"/>
          </p:nvPr>
        </p:nvPicPr>
        <p:blipFill>
          <a:blip r:embed="rId2"/>
          <a:stretch>
            <a:fillRect/>
          </a:stretch>
        </p:blipFill>
        <p:spPr>
          <a:xfrm>
            <a:off x="2431191" y="2110818"/>
            <a:ext cx="6514139" cy="3573290"/>
          </a:xfrm>
          <a:ln>
            <a:solidFill>
              <a:schemeClr val="tx1"/>
            </a:solidFill>
          </a:ln>
        </p:spPr>
      </p:pic>
      <p:sp>
        <p:nvSpPr>
          <p:cNvPr id="3" name="TextBox 2">
            <a:extLst>
              <a:ext uri="{FF2B5EF4-FFF2-40B4-BE49-F238E27FC236}">
                <a16:creationId xmlns:a16="http://schemas.microsoft.com/office/drawing/2014/main" id="{975693A8-0DD3-3B9C-DF7B-4BBDD551901B}"/>
              </a:ext>
            </a:extLst>
          </p:cNvPr>
          <p:cNvSpPr txBox="1"/>
          <p:nvPr/>
        </p:nvSpPr>
        <p:spPr>
          <a:xfrm>
            <a:off x="556591" y="1412962"/>
            <a:ext cx="5019323" cy="369332"/>
          </a:xfrm>
          <a:prstGeom prst="rect">
            <a:avLst/>
          </a:prstGeom>
          <a:noFill/>
        </p:spPr>
        <p:txBody>
          <a:bodyPr wrap="none" rtlCol="0">
            <a:spAutoFit/>
          </a:bodyPr>
          <a:lstStyle/>
          <a:p>
            <a:r>
              <a:rPr lang="en-IE" dirty="0"/>
              <a:t>Orange pipeline for creating a Confusion Matrix</a:t>
            </a:r>
          </a:p>
        </p:txBody>
      </p:sp>
    </p:spTree>
    <p:extLst>
      <p:ext uri="{BB962C8B-B14F-4D97-AF65-F5344CB8AC3E}">
        <p14:creationId xmlns:p14="http://schemas.microsoft.com/office/powerpoint/2010/main" val="4105269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7A3F4-826B-11DD-3ABB-6E5BA088CB3A}"/>
              </a:ext>
            </a:extLst>
          </p:cNvPr>
          <p:cNvSpPr>
            <a:spLocks noGrp="1"/>
          </p:cNvSpPr>
          <p:nvPr>
            <p:ph type="title"/>
          </p:nvPr>
        </p:nvSpPr>
        <p:spPr/>
        <p:txBody>
          <a:bodyPr/>
          <a:lstStyle/>
          <a:p>
            <a:r>
              <a:rPr lang="en-IE" dirty="0"/>
              <a:t>Confusion matrix</a:t>
            </a:r>
          </a:p>
        </p:txBody>
      </p:sp>
      <p:cxnSp>
        <p:nvCxnSpPr>
          <p:cNvPr id="7" name="Straight Arrow Connector 6">
            <a:extLst>
              <a:ext uri="{FF2B5EF4-FFF2-40B4-BE49-F238E27FC236}">
                <a16:creationId xmlns:a16="http://schemas.microsoft.com/office/drawing/2014/main" id="{7240A835-979E-FC49-3CE3-01CE1DC24655}"/>
              </a:ext>
            </a:extLst>
          </p:cNvPr>
          <p:cNvCxnSpPr>
            <a:cxnSpLocks/>
            <a:stCxn id="9" idx="3"/>
            <a:endCxn id="1026" idx="1"/>
          </p:cNvCxnSpPr>
          <p:nvPr/>
        </p:nvCxnSpPr>
        <p:spPr>
          <a:xfrm>
            <a:off x="1917917" y="3105835"/>
            <a:ext cx="637756" cy="12874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64612FD-3085-43F6-2E07-0FBFD2CB0899}"/>
              </a:ext>
            </a:extLst>
          </p:cNvPr>
          <p:cNvSpPr txBox="1"/>
          <p:nvPr/>
        </p:nvSpPr>
        <p:spPr>
          <a:xfrm>
            <a:off x="443346" y="2782669"/>
            <a:ext cx="1474571" cy="646331"/>
          </a:xfrm>
          <a:prstGeom prst="rect">
            <a:avLst/>
          </a:prstGeom>
          <a:noFill/>
        </p:spPr>
        <p:txBody>
          <a:bodyPr wrap="none" rtlCol="0">
            <a:spAutoFit/>
          </a:bodyPr>
          <a:lstStyle/>
          <a:p>
            <a:r>
              <a:rPr lang="en-IE" dirty="0"/>
              <a:t>Real value of</a:t>
            </a:r>
          </a:p>
          <a:p>
            <a:r>
              <a:rPr lang="en-IE" dirty="0"/>
              <a:t>the elements</a:t>
            </a:r>
          </a:p>
        </p:txBody>
      </p:sp>
      <p:sp>
        <p:nvSpPr>
          <p:cNvPr id="10" name="TextBox 9">
            <a:extLst>
              <a:ext uri="{FF2B5EF4-FFF2-40B4-BE49-F238E27FC236}">
                <a16:creationId xmlns:a16="http://schemas.microsoft.com/office/drawing/2014/main" id="{AEE354B3-DC7F-4CF5-3596-7022737A727D}"/>
              </a:ext>
            </a:extLst>
          </p:cNvPr>
          <p:cNvSpPr txBox="1"/>
          <p:nvPr/>
        </p:nvSpPr>
        <p:spPr>
          <a:xfrm>
            <a:off x="3164751" y="1690688"/>
            <a:ext cx="1879745" cy="646331"/>
          </a:xfrm>
          <a:prstGeom prst="rect">
            <a:avLst/>
          </a:prstGeom>
          <a:noFill/>
        </p:spPr>
        <p:txBody>
          <a:bodyPr wrap="none" rtlCol="0">
            <a:spAutoFit/>
          </a:bodyPr>
          <a:lstStyle/>
          <a:p>
            <a:r>
              <a:rPr lang="en-IE" dirty="0"/>
              <a:t>Predicted value of</a:t>
            </a:r>
          </a:p>
          <a:p>
            <a:r>
              <a:rPr lang="en-IE" dirty="0"/>
              <a:t>the elements</a:t>
            </a:r>
          </a:p>
        </p:txBody>
      </p:sp>
      <p:cxnSp>
        <p:nvCxnSpPr>
          <p:cNvPr id="15" name="Straight Arrow Connector 14">
            <a:extLst>
              <a:ext uri="{FF2B5EF4-FFF2-40B4-BE49-F238E27FC236}">
                <a16:creationId xmlns:a16="http://schemas.microsoft.com/office/drawing/2014/main" id="{56422BE7-3A04-3211-7AD2-991205DDFACC}"/>
              </a:ext>
            </a:extLst>
          </p:cNvPr>
          <p:cNvCxnSpPr>
            <a:cxnSpLocks/>
          </p:cNvCxnSpPr>
          <p:nvPr/>
        </p:nvCxnSpPr>
        <p:spPr>
          <a:xfrm>
            <a:off x="4104624" y="2337018"/>
            <a:ext cx="939872" cy="561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26" name="Picture 2" descr="How to interpret a confusion matrix for a machine learning model">
            <a:extLst>
              <a:ext uri="{FF2B5EF4-FFF2-40B4-BE49-F238E27FC236}">
                <a16:creationId xmlns:a16="http://schemas.microsoft.com/office/drawing/2014/main" id="{7BDDD36D-5F4B-E937-DED8-C4AD80E93CC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797" t="5324" r="11284" b="8260"/>
          <a:stretch/>
        </p:blipFill>
        <p:spPr bwMode="auto">
          <a:xfrm>
            <a:off x="2555673" y="2897432"/>
            <a:ext cx="4977646" cy="2991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6957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4FF37-43E8-0E47-ED51-1C96A013AEF3}"/>
              </a:ext>
            </a:extLst>
          </p:cNvPr>
          <p:cNvSpPr>
            <a:spLocks noGrp="1"/>
          </p:cNvSpPr>
          <p:nvPr>
            <p:ph type="title"/>
          </p:nvPr>
        </p:nvSpPr>
        <p:spPr>
          <a:xfrm>
            <a:off x="838200" y="272527"/>
            <a:ext cx="10515600" cy="1325563"/>
          </a:xfrm>
        </p:spPr>
        <p:txBody>
          <a:bodyPr>
            <a:normAutofit/>
          </a:bodyPr>
          <a:lstStyle/>
          <a:p>
            <a:r>
              <a:rPr lang="en-IE" sz="4000" dirty="0"/>
              <a:t>False positive, True negative, False positive and False Negative</a:t>
            </a:r>
          </a:p>
        </p:txBody>
      </p:sp>
      <p:sp>
        <p:nvSpPr>
          <p:cNvPr id="3" name="Content Placeholder 2">
            <a:extLst>
              <a:ext uri="{FF2B5EF4-FFF2-40B4-BE49-F238E27FC236}">
                <a16:creationId xmlns:a16="http://schemas.microsoft.com/office/drawing/2014/main" id="{8617BE83-06F0-17A1-8DB9-97622DA1F2AE}"/>
              </a:ext>
            </a:extLst>
          </p:cNvPr>
          <p:cNvSpPr>
            <a:spLocks noGrp="1"/>
          </p:cNvSpPr>
          <p:nvPr>
            <p:ph idx="1"/>
          </p:nvPr>
        </p:nvSpPr>
        <p:spPr/>
        <p:txBody>
          <a:bodyPr>
            <a:normAutofit fontScale="62500" lnSpcReduction="20000"/>
          </a:bodyPr>
          <a:lstStyle/>
          <a:p>
            <a:pPr algn="l"/>
            <a:r>
              <a:rPr lang="en-IE" b="1" i="0" u="none" strike="noStrike" dirty="0">
                <a:solidFill>
                  <a:srgbClr val="242424"/>
                </a:solidFill>
                <a:effectLst/>
                <a:latin typeface="source-serif-pro"/>
              </a:rPr>
              <a:t>True Positive (TP)</a:t>
            </a:r>
            <a:r>
              <a:rPr lang="en-IE" b="0" i="0" u="none" strike="noStrike" dirty="0">
                <a:solidFill>
                  <a:srgbClr val="242424"/>
                </a:solidFill>
                <a:effectLst/>
                <a:latin typeface="source-serif-pro"/>
              </a:rPr>
              <a:t> refers to the number of predictions where the classifier correctly predicts the positive class as positive. E.g., The </a:t>
            </a:r>
            <a:r>
              <a:rPr lang="en-IE" dirty="0">
                <a:solidFill>
                  <a:srgbClr val="242424"/>
                </a:solidFill>
                <a:latin typeface="source-serif-pro"/>
              </a:rPr>
              <a:t>u</a:t>
            </a:r>
            <a:r>
              <a:rPr lang="en-IE" b="0" i="0" u="none" strike="noStrike" dirty="0">
                <a:solidFill>
                  <a:srgbClr val="242424"/>
                </a:solidFill>
                <a:effectLst/>
                <a:latin typeface="source-serif-pro"/>
              </a:rPr>
              <a:t>ser suffers from diabetes and is predicted as diabetic.</a:t>
            </a:r>
          </a:p>
          <a:p>
            <a:pPr algn="l"/>
            <a:r>
              <a:rPr lang="en-IE" b="1" i="0" u="none" strike="noStrike" dirty="0">
                <a:solidFill>
                  <a:srgbClr val="242424"/>
                </a:solidFill>
                <a:effectLst/>
                <a:latin typeface="source-serif-pro"/>
              </a:rPr>
              <a:t>True Negative (TN)</a:t>
            </a:r>
            <a:r>
              <a:rPr lang="en-IE" b="0" i="0" u="none" strike="noStrike" dirty="0">
                <a:solidFill>
                  <a:srgbClr val="242424"/>
                </a:solidFill>
                <a:effectLst/>
                <a:latin typeface="source-serif-pro"/>
              </a:rPr>
              <a:t> refers to the number of predictions where the classifier correctly predicts the negative class as negative. For example, The user does not suffer from diabetes and is predicted as not diabetic.</a:t>
            </a:r>
          </a:p>
          <a:p>
            <a:pPr algn="l"/>
            <a:r>
              <a:rPr lang="en-IE" b="1" i="0" u="none" strike="noStrike" dirty="0">
                <a:solidFill>
                  <a:srgbClr val="242424"/>
                </a:solidFill>
                <a:effectLst/>
                <a:latin typeface="source-serif-pro"/>
              </a:rPr>
              <a:t>False Positive (FP):</a:t>
            </a:r>
            <a:r>
              <a:rPr lang="en-IE" b="0" i="0" u="none" strike="noStrike" dirty="0">
                <a:solidFill>
                  <a:srgbClr val="242424"/>
                </a:solidFill>
                <a:effectLst/>
                <a:latin typeface="source-serif-pro"/>
              </a:rPr>
              <a:t> It refers to the number of predictions where the classifier incorrectly predicts the negative class as positive. E.g., The </a:t>
            </a:r>
            <a:r>
              <a:rPr lang="en-IE" dirty="0">
                <a:solidFill>
                  <a:srgbClr val="242424"/>
                </a:solidFill>
                <a:latin typeface="source-serif-pro"/>
              </a:rPr>
              <a:t>u</a:t>
            </a:r>
            <a:r>
              <a:rPr lang="en-IE" b="0" i="0" u="none" strike="noStrike" dirty="0">
                <a:solidFill>
                  <a:srgbClr val="242424"/>
                </a:solidFill>
                <a:effectLst/>
                <a:latin typeface="source-serif-pro"/>
              </a:rPr>
              <a:t>ser does not suffer from diabetes and is predicted as diabetic.</a:t>
            </a:r>
          </a:p>
          <a:p>
            <a:pPr algn="l"/>
            <a:r>
              <a:rPr lang="en-IE" b="1" i="0" u="none" strike="noStrike" dirty="0">
                <a:solidFill>
                  <a:srgbClr val="242424"/>
                </a:solidFill>
                <a:effectLst/>
                <a:latin typeface="source-serif-pro"/>
              </a:rPr>
              <a:t>False Negative (FN):</a:t>
            </a:r>
            <a:r>
              <a:rPr lang="en-IE" b="0" i="0" u="none" strike="noStrike" dirty="0">
                <a:solidFill>
                  <a:srgbClr val="242424"/>
                </a:solidFill>
                <a:effectLst/>
                <a:latin typeface="source-serif-pro"/>
              </a:rPr>
              <a:t> It refers to the number of predictions where the classifier incorrectly predicts the positive class as negative. For, The </a:t>
            </a:r>
            <a:r>
              <a:rPr lang="en-IE" dirty="0">
                <a:solidFill>
                  <a:srgbClr val="242424"/>
                </a:solidFill>
                <a:latin typeface="source-serif-pro"/>
              </a:rPr>
              <a:t>u</a:t>
            </a:r>
            <a:r>
              <a:rPr lang="en-IE" b="0" i="0" u="none" strike="noStrike" dirty="0">
                <a:solidFill>
                  <a:srgbClr val="242424"/>
                </a:solidFill>
                <a:effectLst/>
                <a:latin typeface="source-serif-pro"/>
              </a:rPr>
              <a:t>ser suffers from diabetes and is predicted as non-diabetic.</a:t>
            </a:r>
          </a:p>
        </p:txBody>
      </p:sp>
    </p:spTree>
    <p:extLst>
      <p:ext uri="{BB962C8B-B14F-4D97-AF65-F5344CB8AC3E}">
        <p14:creationId xmlns:p14="http://schemas.microsoft.com/office/powerpoint/2010/main" val="4249650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A5720-0AC4-8D60-C225-8AC932D191A0}"/>
              </a:ext>
            </a:extLst>
          </p:cNvPr>
          <p:cNvSpPr>
            <a:spLocks noGrp="1"/>
          </p:cNvSpPr>
          <p:nvPr>
            <p:ph type="title"/>
          </p:nvPr>
        </p:nvSpPr>
        <p:spPr>
          <a:xfrm>
            <a:off x="140826" y="273063"/>
            <a:ext cx="10515600" cy="1009200"/>
          </a:xfrm>
        </p:spPr>
        <p:txBody>
          <a:bodyPr/>
          <a:lstStyle/>
          <a:p>
            <a:r>
              <a:rPr lang="en-IE" dirty="0"/>
              <a:t>Confusion Matrix</a:t>
            </a:r>
          </a:p>
        </p:txBody>
      </p:sp>
      <p:pic>
        <p:nvPicPr>
          <p:cNvPr id="4" name="Picture 2" descr="Understanding the Confusion Matrix | by Dany W. | Medium">
            <a:extLst>
              <a:ext uri="{FF2B5EF4-FFF2-40B4-BE49-F238E27FC236}">
                <a16:creationId xmlns:a16="http://schemas.microsoft.com/office/drawing/2014/main" id="{6D2AD6F0-6AF3-D1E8-2FFA-7C578D5BB9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9300" y="1911926"/>
            <a:ext cx="7401874" cy="323157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DC90794-D8C9-46D8-482B-039CCBA72C94}"/>
              </a:ext>
            </a:extLst>
          </p:cNvPr>
          <p:cNvSpPr txBox="1"/>
          <p:nvPr/>
        </p:nvSpPr>
        <p:spPr>
          <a:xfrm>
            <a:off x="140826" y="6401839"/>
            <a:ext cx="11212974" cy="338554"/>
          </a:xfrm>
          <a:prstGeom prst="rect">
            <a:avLst/>
          </a:prstGeom>
          <a:noFill/>
        </p:spPr>
        <p:txBody>
          <a:bodyPr wrap="square">
            <a:spAutoFit/>
          </a:bodyPr>
          <a:lstStyle/>
          <a:p>
            <a:r>
              <a:rPr lang="en-IE" sz="1600" dirty="0">
                <a:solidFill>
                  <a:schemeClr val="bg1"/>
                </a:solidFill>
              </a:rPr>
              <a:t>https://</a:t>
            </a:r>
            <a:r>
              <a:rPr lang="en-IE" sz="1600" dirty="0" err="1">
                <a:solidFill>
                  <a:schemeClr val="bg1"/>
                </a:solidFill>
              </a:rPr>
              <a:t>medium.com</a:t>
            </a:r>
            <a:r>
              <a:rPr lang="en-IE" sz="1600" dirty="0">
                <a:solidFill>
                  <a:schemeClr val="bg1"/>
                </a:solidFill>
              </a:rPr>
              <a:t>/@danyal.wainstein1/understanding-the-confusion-matrix-b9bc45ba2679</a:t>
            </a:r>
          </a:p>
        </p:txBody>
      </p:sp>
      <p:pic>
        <p:nvPicPr>
          <p:cNvPr id="3" name="Picture 2" descr="How to interpret a confusion matrix for a machine learning model">
            <a:extLst>
              <a:ext uri="{FF2B5EF4-FFF2-40B4-BE49-F238E27FC236}">
                <a16:creationId xmlns:a16="http://schemas.microsoft.com/office/drawing/2014/main" id="{5BE5A1B7-EA5E-4C59-1F40-AE6B486B0D9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797" t="5324" r="11284" b="8260"/>
          <a:stretch/>
        </p:blipFill>
        <p:spPr bwMode="auto">
          <a:xfrm>
            <a:off x="140826" y="2404206"/>
            <a:ext cx="3970681" cy="238647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00057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F2342-AB3B-1FCB-0E38-6199557B6137}"/>
              </a:ext>
            </a:extLst>
          </p:cNvPr>
          <p:cNvSpPr>
            <a:spLocks noGrp="1"/>
          </p:cNvSpPr>
          <p:nvPr>
            <p:ph type="title"/>
          </p:nvPr>
        </p:nvSpPr>
        <p:spPr>
          <a:xfrm>
            <a:off x="428297" y="344105"/>
            <a:ext cx="10515600" cy="917137"/>
          </a:xfrm>
        </p:spPr>
        <p:txBody>
          <a:bodyPr/>
          <a:lstStyle/>
          <a:p>
            <a:r>
              <a:rPr lang="en-IE" dirty="0"/>
              <a:t>Main metrics</a:t>
            </a:r>
          </a:p>
        </p:txBody>
      </p:sp>
      <p:sp>
        <p:nvSpPr>
          <p:cNvPr id="3" name="Content Placeholder 2">
            <a:extLst>
              <a:ext uri="{FF2B5EF4-FFF2-40B4-BE49-F238E27FC236}">
                <a16:creationId xmlns:a16="http://schemas.microsoft.com/office/drawing/2014/main" id="{9F4C1680-01E9-388C-4000-BC6B75FC3B76}"/>
              </a:ext>
            </a:extLst>
          </p:cNvPr>
          <p:cNvSpPr>
            <a:spLocks noGrp="1"/>
          </p:cNvSpPr>
          <p:nvPr>
            <p:ph idx="1"/>
          </p:nvPr>
        </p:nvSpPr>
        <p:spPr>
          <a:xfrm>
            <a:off x="838200" y="1557269"/>
            <a:ext cx="10515600" cy="4351338"/>
          </a:xfrm>
        </p:spPr>
        <p:txBody>
          <a:bodyPr>
            <a:normAutofit fontScale="85000" lnSpcReduction="10000"/>
          </a:bodyPr>
          <a:lstStyle/>
          <a:p>
            <a:pPr marL="514350" indent="-514350" algn="l">
              <a:lnSpc>
                <a:spcPct val="120000"/>
              </a:lnSpc>
              <a:buFont typeface="+mj-lt"/>
              <a:buAutoNum type="arabicPeriod"/>
            </a:pPr>
            <a:r>
              <a:rPr lang="en-IE" dirty="0">
                <a:hlinkClick r:id="rId2">
                  <a:extLst>
                    <a:ext uri="{A12FA001-AC4F-418D-AE19-62706E023703}">
                      <ahyp:hlinkClr xmlns:ahyp="http://schemas.microsoft.com/office/drawing/2018/hyperlinkcolor" val="tx"/>
                    </a:ext>
                  </a:extLst>
                </a:hlinkClick>
              </a:rPr>
              <a:t>Classification accuracy</a:t>
            </a:r>
            <a:r>
              <a:rPr lang="en-IE" dirty="0"/>
              <a:t> is the proportion of correctly classified examples.</a:t>
            </a:r>
          </a:p>
          <a:p>
            <a:pPr marL="514350" indent="-514350" algn="l">
              <a:lnSpc>
                <a:spcPct val="120000"/>
              </a:lnSpc>
              <a:buFont typeface="+mj-lt"/>
              <a:buAutoNum type="arabicPeriod"/>
            </a:pPr>
            <a:r>
              <a:rPr lang="en-IE" dirty="0">
                <a:hlinkClick r:id="rId3">
                  <a:extLst>
                    <a:ext uri="{A12FA001-AC4F-418D-AE19-62706E023703}">
                      <ahyp:hlinkClr xmlns:ahyp="http://schemas.microsoft.com/office/drawing/2018/hyperlinkcolor" val="tx"/>
                    </a:ext>
                  </a:extLst>
                </a:hlinkClick>
              </a:rPr>
              <a:t>Precision</a:t>
            </a:r>
            <a:r>
              <a:rPr lang="en-IE" dirty="0"/>
              <a:t> is the proportion of true positives among instances classified as positive, e.g. </a:t>
            </a:r>
            <a:r>
              <a:rPr lang="en-IE" dirty="0">
                <a:solidFill>
                  <a:srgbClr val="0070C0"/>
                </a:solidFill>
              </a:rPr>
              <a:t>How many predicted as diabetic are diabetic.</a:t>
            </a:r>
          </a:p>
          <a:p>
            <a:pPr marL="514350" indent="-514350" algn="l">
              <a:lnSpc>
                <a:spcPct val="120000"/>
              </a:lnSpc>
              <a:buFont typeface="+mj-lt"/>
              <a:buAutoNum type="arabicPeriod"/>
            </a:pPr>
            <a:r>
              <a:rPr lang="en-IE" dirty="0">
                <a:hlinkClick r:id="rId3">
                  <a:extLst>
                    <a:ext uri="{A12FA001-AC4F-418D-AE19-62706E023703}">
                      <ahyp:hlinkClr xmlns:ahyp="http://schemas.microsoft.com/office/drawing/2018/hyperlinkcolor" val="tx"/>
                    </a:ext>
                  </a:extLst>
                </a:hlinkClick>
              </a:rPr>
              <a:t>Recall</a:t>
            </a:r>
            <a:r>
              <a:rPr lang="en-IE" dirty="0"/>
              <a:t> is the proportion of true positives among all positive instances in the data, e.g. </a:t>
            </a:r>
            <a:r>
              <a:rPr lang="en-IE" dirty="0">
                <a:solidFill>
                  <a:srgbClr val="0070C0"/>
                </a:solidFill>
              </a:rPr>
              <a:t>the number of diabetics among all diagnosed as diabetic.</a:t>
            </a:r>
          </a:p>
          <a:p>
            <a:pPr marL="514350" indent="-514350" algn="l">
              <a:lnSpc>
                <a:spcPct val="120000"/>
              </a:lnSpc>
              <a:buFont typeface="+mj-lt"/>
              <a:buAutoNum type="arabicPeriod"/>
            </a:pPr>
            <a:r>
              <a:rPr lang="en-IE" dirty="0">
                <a:hlinkClick r:id="rId4">
                  <a:extLst>
                    <a:ext uri="{A12FA001-AC4F-418D-AE19-62706E023703}">
                      <ahyp:hlinkClr xmlns:ahyp="http://schemas.microsoft.com/office/drawing/2018/hyperlinkcolor" val="tx"/>
                    </a:ext>
                  </a:extLst>
                </a:hlinkClick>
              </a:rPr>
              <a:t>Specificity</a:t>
            </a:r>
            <a:r>
              <a:rPr lang="en-IE" dirty="0"/>
              <a:t> is the proportion of true negatives among all </a:t>
            </a:r>
            <a:r>
              <a:rPr lang="en-IE" dirty="0">
                <a:solidFill>
                  <a:srgbClr val="0070C0"/>
                </a:solidFill>
              </a:rPr>
              <a:t>negative instances, e.g., </a:t>
            </a:r>
            <a:r>
              <a:rPr lang="en-IE" dirty="0"/>
              <a:t>non-diabetic individuals diagnosed as non-diabetic.</a:t>
            </a:r>
          </a:p>
          <a:p>
            <a:pPr marL="514350" indent="-514350">
              <a:lnSpc>
                <a:spcPct val="120000"/>
              </a:lnSpc>
              <a:buFont typeface="+mj-lt"/>
              <a:buAutoNum type="arabicPeriod"/>
            </a:pPr>
            <a:r>
              <a:rPr lang="en-IE" dirty="0">
                <a:hlinkClick r:id="rId5">
                  <a:extLst>
                    <a:ext uri="{A12FA001-AC4F-418D-AE19-62706E023703}">
                      <ahyp:hlinkClr xmlns:ahyp="http://schemas.microsoft.com/office/drawing/2018/hyperlinkcolor" val="tx"/>
                    </a:ext>
                  </a:extLst>
                </a:hlinkClick>
              </a:rPr>
              <a:t>F-1</a:t>
            </a:r>
            <a:r>
              <a:rPr lang="en-IE" dirty="0"/>
              <a:t> is a weighted harmonic mean of precision and recall.</a:t>
            </a:r>
          </a:p>
          <a:p>
            <a:pPr algn="l">
              <a:lnSpc>
                <a:spcPct val="120000"/>
              </a:lnSpc>
              <a:buFont typeface="Arial" panose="020B0604020202020204" pitchFamily="34" charset="0"/>
              <a:buChar char="•"/>
            </a:pPr>
            <a:endParaRPr lang="en-IE" b="0" i="0" u="none" strike="noStrike" dirty="0">
              <a:solidFill>
                <a:srgbClr val="1F1F1F"/>
              </a:solidFill>
              <a:effectLst/>
              <a:latin typeface="__Source_Sans_3_fa886a"/>
            </a:endParaRPr>
          </a:p>
        </p:txBody>
      </p:sp>
    </p:spTree>
    <p:extLst>
      <p:ext uri="{BB962C8B-B14F-4D97-AF65-F5344CB8AC3E}">
        <p14:creationId xmlns:p14="http://schemas.microsoft.com/office/powerpoint/2010/main" val="19531123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0FCAC-D178-65FD-7C9B-337DB02C18B2}"/>
              </a:ext>
            </a:extLst>
          </p:cNvPr>
          <p:cNvSpPr>
            <a:spLocks noGrp="1"/>
          </p:cNvSpPr>
          <p:nvPr>
            <p:ph type="title"/>
          </p:nvPr>
        </p:nvSpPr>
        <p:spPr/>
        <p:txBody>
          <a:bodyPr/>
          <a:lstStyle/>
          <a:p>
            <a:r>
              <a:rPr lang="en-IE" dirty="0"/>
              <a:t>Confusion Matrix for multiple classes</a:t>
            </a:r>
          </a:p>
        </p:txBody>
      </p:sp>
      <p:sp>
        <p:nvSpPr>
          <p:cNvPr id="4" name="Slide Number Placeholder 3">
            <a:extLst>
              <a:ext uri="{FF2B5EF4-FFF2-40B4-BE49-F238E27FC236}">
                <a16:creationId xmlns:a16="http://schemas.microsoft.com/office/drawing/2014/main" id="{7844794B-892A-1573-AFEA-24FDB3CCB24C}"/>
              </a:ext>
            </a:extLst>
          </p:cNvPr>
          <p:cNvSpPr>
            <a:spLocks noGrp="1"/>
          </p:cNvSpPr>
          <p:nvPr>
            <p:ph type="sldNum" sz="quarter" idx="12"/>
          </p:nvPr>
        </p:nvSpPr>
        <p:spPr/>
        <p:txBody>
          <a:bodyPr/>
          <a:lstStyle/>
          <a:p>
            <a:fld id="{1AE971F0-0CD2-4C47-8087-EBCE9716EA84}" type="slidenum">
              <a:rPr lang="en-GB" smtClean="0"/>
              <a:pPr/>
              <a:t>8</a:t>
            </a:fld>
            <a:endParaRPr lang="en-GB" dirty="0"/>
          </a:p>
        </p:txBody>
      </p:sp>
      <p:pic>
        <p:nvPicPr>
          <p:cNvPr id="1026" name="Picture 2" descr="Metrics for Multi-Class Classification: an Overview – arXiv Vanity">
            <a:extLst>
              <a:ext uri="{FF2B5EF4-FFF2-40B4-BE49-F238E27FC236}">
                <a16:creationId xmlns:a16="http://schemas.microsoft.com/office/drawing/2014/main" id="{4D679F10-9FBD-B163-A6F0-CBF8F0EC49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2691" y="1900959"/>
            <a:ext cx="7002318" cy="375236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189283E-C322-25E6-494C-BCE2645BF7C1}"/>
              </a:ext>
            </a:extLst>
          </p:cNvPr>
          <p:cNvSpPr txBox="1"/>
          <p:nvPr/>
        </p:nvSpPr>
        <p:spPr>
          <a:xfrm>
            <a:off x="293543" y="6384042"/>
            <a:ext cx="6094268" cy="369332"/>
          </a:xfrm>
          <a:prstGeom prst="rect">
            <a:avLst/>
          </a:prstGeom>
          <a:noFill/>
        </p:spPr>
        <p:txBody>
          <a:bodyPr wrap="square">
            <a:spAutoFit/>
          </a:bodyPr>
          <a:lstStyle/>
          <a:p>
            <a:r>
              <a:rPr lang="en-IE" dirty="0">
                <a:solidFill>
                  <a:schemeClr val="bg1"/>
                </a:solidFill>
              </a:rPr>
              <a:t>https://</a:t>
            </a:r>
            <a:r>
              <a:rPr lang="en-IE" dirty="0" err="1">
                <a:solidFill>
                  <a:schemeClr val="bg1"/>
                </a:solidFill>
              </a:rPr>
              <a:t>www.arxiv-vanity.com</a:t>
            </a:r>
            <a:r>
              <a:rPr lang="en-IE" dirty="0">
                <a:solidFill>
                  <a:schemeClr val="bg1"/>
                </a:solidFill>
              </a:rPr>
              <a:t>/papers/2008.05756/</a:t>
            </a:r>
          </a:p>
        </p:txBody>
      </p:sp>
    </p:spTree>
    <p:extLst>
      <p:ext uri="{BB962C8B-B14F-4D97-AF65-F5344CB8AC3E}">
        <p14:creationId xmlns:p14="http://schemas.microsoft.com/office/powerpoint/2010/main" val="2547317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C30BC-862F-4B7B-6CEC-0AD60DF6340F}"/>
              </a:ext>
            </a:extLst>
          </p:cNvPr>
          <p:cNvSpPr>
            <a:spLocks noGrp="1"/>
          </p:cNvSpPr>
          <p:nvPr>
            <p:ph type="title"/>
          </p:nvPr>
        </p:nvSpPr>
        <p:spPr>
          <a:xfrm>
            <a:off x="464127" y="56064"/>
            <a:ext cx="10515600" cy="868276"/>
          </a:xfrm>
        </p:spPr>
        <p:txBody>
          <a:bodyPr/>
          <a:lstStyle/>
          <a:p>
            <a:r>
              <a:rPr lang="en-IE" dirty="0"/>
              <a:t>Precision and Recall</a:t>
            </a:r>
          </a:p>
        </p:txBody>
      </p:sp>
      <p:pic>
        <p:nvPicPr>
          <p:cNvPr id="3074" name="Picture 2" descr="Precision and recall - Wikipedia">
            <a:extLst>
              <a:ext uri="{FF2B5EF4-FFF2-40B4-BE49-F238E27FC236}">
                <a16:creationId xmlns:a16="http://schemas.microsoft.com/office/drawing/2014/main" id="{467FD92F-747C-AEAD-727A-DD2DBBB421F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832" t="76490" r="10619" b="4789"/>
          <a:stretch/>
        </p:blipFill>
        <p:spPr bwMode="auto">
          <a:xfrm>
            <a:off x="1582881" y="3584966"/>
            <a:ext cx="4580283" cy="191182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Precision and recall - Wikipedia">
            <a:extLst>
              <a:ext uri="{FF2B5EF4-FFF2-40B4-BE49-F238E27FC236}">
                <a16:creationId xmlns:a16="http://schemas.microsoft.com/office/drawing/2014/main" id="{014B22B1-883D-1317-C702-46601CB36AA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792" b="31504"/>
          <a:stretch/>
        </p:blipFill>
        <p:spPr bwMode="auto">
          <a:xfrm>
            <a:off x="7581900" y="1496291"/>
            <a:ext cx="3771900" cy="443737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88962EB-1F94-2E3A-1907-60705FD98DA7}"/>
              </a:ext>
            </a:extLst>
          </p:cNvPr>
          <p:cNvSpPr txBox="1"/>
          <p:nvPr/>
        </p:nvSpPr>
        <p:spPr>
          <a:xfrm>
            <a:off x="164145" y="4918473"/>
            <a:ext cx="1548245" cy="1200329"/>
          </a:xfrm>
          <a:prstGeom prst="rect">
            <a:avLst/>
          </a:prstGeom>
          <a:solidFill>
            <a:schemeClr val="accent4">
              <a:lumMod val="20000"/>
              <a:lumOff val="80000"/>
            </a:schemeClr>
          </a:solidFill>
        </p:spPr>
        <p:txBody>
          <a:bodyPr wrap="square" rtlCol="0">
            <a:spAutoFit/>
          </a:bodyPr>
          <a:lstStyle/>
          <a:p>
            <a:r>
              <a:rPr lang="en-IE" dirty="0"/>
              <a:t>Percentage of predicted as spam are really spam</a:t>
            </a:r>
          </a:p>
        </p:txBody>
      </p:sp>
      <p:pic>
        <p:nvPicPr>
          <p:cNvPr id="5" name="Picture 4" descr="How to interpret a confusion matrix for a machine learning model">
            <a:extLst>
              <a:ext uri="{FF2B5EF4-FFF2-40B4-BE49-F238E27FC236}">
                <a16:creationId xmlns:a16="http://schemas.microsoft.com/office/drawing/2014/main" id="{C5A4E2C8-8705-F6C5-0A22-6617D4A1B1D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797" t="5324" r="11284" b="8260"/>
          <a:stretch/>
        </p:blipFill>
        <p:spPr bwMode="auto">
          <a:xfrm>
            <a:off x="1887683" y="924340"/>
            <a:ext cx="3970681" cy="238647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6" name="Right Arrow 5">
            <a:extLst>
              <a:ext uri="{FF2B5EF4-FFF2-40B4-BE49-F238E27FC236}">
                <a16:creationId xmlns:a16="http://schemas.microsoft.com/office/drawing/2014/main" id="{D385898A-C020-8014-ED15-3CD6CD2BA9B2}"/>
              </a:ext>
            </a:extLst>
          </p:cNvPr>
          <p:cNvSpPr/>
          <p:nvPr/>
        </p:nvSpPr>
        <p:spPr>
          <a:xfrm rot="19646386">
            <a:off x="1670049" y="5392882"/>
            <a:ext cx="1250372" cy="207818"/>
          </a:xfrm>
          <a:prstGeom prst="right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7" name="TextBox 6">
            <a:extLst>
              <a:ext uri="{FF2B5EF4-FFF2-40B4-BE49-F238E27FC236}">
                <a16:creationId xmlns:a16="http://schemas.microsoft.com/office/drawing/2014/main" id="{65DF599A-FAFA-6ACA-2EFE-5E140504925D}"/>
              </a:ext>
            </a:extLst>
          </p:cNvPr>
          <p:cNvSpPr txBox="1"/>
          <p:nvPr/>
        </p:nvSpPr>
        <p:spPr>
          <a:xfrm>
            <a:off x="4054486" y="5610494"/>
            <a:ext cx="3527414" cy="646331"/>
          </a:xfrm>
          <a:prstGeom prst="rect">
            <a:avLst/>
          </a:prstGeom>
          <a:solidFill>
            <a:schemeClr val="accent4">
              <a:lumMod val="20000"/>
              <a:lumOff val="80000"/>
            </a:schemeClr>
          </a:solidFill>
        </p:spPr>
        <p:txBody>
          <a:bodyPr wrap="square" rtlCol="0">
            <a:spAutoFit/>
          </a:bodyPr>
          <a:lstStyle/>
          <a:p>
            <a:r>
              <a:rPr lang="en-IE" dirty="0"/>
              <a:t>Percentage of spam messages predicted as spam</a:t>
            </a:r>
          </a:p>
        </p:txBody>
      </p:sp>
      <p:sp>
        <p:nvSpPr>
          <p:cNvPr id="8" name="Right Arrow 7">
            <a:extLst>
              <a:ext uri="{FF2B5EF4-FFF2-40B4-BE49-F238E27FC236}">
                <a16:creationId xmlns:a16="http://schemas.microsoft.com/office/drawing/2014/main" id="{80624E44-6994-BD6D-08DE-44B0AA30654C}"/>
              </a:ext>
            </a:extLst>
          </p:cNvPr>
          <p:cNvSpPr/>
          <p:nvPr/>
        </p:nvSpPr>
        <p:spPr>
          <a:xfrm rot="19252711">
            <a:off x="4229865" y="5067003"/>
            <a:ext cx="1070710" cy="168215"/>
          </a:xfrm>
          <a:prstGeom prst="right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9" name="TextBox 8">
            <a:extLst>
              <a:ext uri="{FF2B5EF4-FFF2-40B4-BE49-F238E27FC236}">
                <a16:creationId xmlns:a16="http://schemas.microsoft.com/office/drawing/2014/main" id="{2F1129E5-E90E-AB75-7F06-3D213B88C2C4}"/>
              </a:ext>
            </a:extLst>
          </p:cNvPr>
          <p:cNvSpPr txBox="1"/>
          <p:nvPr/>
        </p:nvSpPr>
        <p:spPr>
          <a:xfrm>
            <a:off x="7876309" y="1173127"/>
            <a:ext cx="1518364" cy="307777"/>
          </a:xfrm>
          <a:prstGeom prst="rect">
            <a:avLst/>
          </a:prstGeom>
          <a:noFill/>
        </p:spPr>
        <p:txBody>
          <a:bodyPr wrap="none" rtlCol="0">
            <a:spAutoFit/>
          </a:bodyPr>
          <a:lstStyle/>
          <a:p>
            <a:r>
              <a:rPr lang="en-IE" sz="1400" dirty="0"/>
              <a:t>Spam messages</a:t>
            </a:r>
          </a:p>
        </p:txBody>
      </p:sp>
      <p:sp>
        <p:nvSpPr>
          <p:cNvPr id="10" name="TextBox 9">
            <a:extLst>
              <a:ext uri="{FF2B5EF4-FFF2-40B4-BE49-F238E27FC236}">
                <a16:creationId xmlns:a16="http://schemas.microsoft.com/office/drawing/2014/main" id="{8F83436F-73D5-C70A-1A5C-237A503AADA1}"/>
              </a:ext>
            </a:extLst>
          </p:cNvPr>
          <p:cNvSpPr txBox="1"/>
          <p:nvPr/>
        </p:nvSpPr>
        <p:spPr>
          <a:xfrm>
            <a:off x="8117918" y="5456605"/>
            <a:ext cx="1667444" cy="307777"/>
          </a:xfrm>
          <a:prstGeom prst="rect">
            <a:avLst/>
          </a:prstGeom>
          <a:solidFill>
            <a:schemeClr val="bg1"/>
          </a:solidFill>
        </p:spPr>
        <p:txBody>
          <a:bodyPr wrap="none" rtlCol="0">
            <a:spAutoFit/>
          </a:bodyPr>
          <a:lstStyle/>
          <a:p>
            <a:r>
              <a:rPr lang="en-IE" sz="1400" dirty="0"/>
              <a:t>Predicted as spam</a:t>
            </a:r>
          </a:p>
        </p:txBody>
      </p:sp>
    </p:spTree>
    <p:extLst>
      <p:ext uri="{BB962C8B-B14F-4D97-AF65-F5344CB8AC3E}">
        <p14:creationId xmlns:p14="http://schemas.microsoft.com/office/powerpoint/2010/main" val="33505709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85476-FCE1-D065-04C7-3DB9922A698D}"/>
              </a:ext>
            </a:extLst>
          </p:cNvPr>
          <p:cNvSpPr>
            <a:spLocks noGrp="1"/>
          </p:cNvSpPr>
          <p:nvPr>
            <p:ph type="title"/>
          </p:nvPr>
        </p:nvSpPr>
        <p:spPr>
          <a:xfrm>
            <a:off x="439507" y="107723"/>
            <a:ext cx="10515600" cy="1325563"/>
          </a:xfrm>
        </p:spPr>
        <p:txBody>
          <a:bodyPr/>
          <a:lstStyle/>
          <a:p>
            <a:r>
              <a:rPr lang="en-IE" dirty="0"/>
              <a:t>What is ROC?</a:t>
            </a:r>
          </a:p>
        </p:txBody>
      </p:sp>
      <p:pic>
        <p:nvPicPr>
          <p:cNvPr id="5124" name="Picture 4" descr="ROC Curve">
            <a:extLst>
              <a:ext uri="{FF2B5EF4-FFF2-40B4-BE49-F238E27FC236}">
                <a16:creationId xmlns:a16="http://schemas.microsoft.com/office/drawing/2014/main" id="{45C0EA28-DA21-FC46-F172-05AD7C74AE3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861" t="3371" r="3861" b="-5720"/>
          <a:stretch/>
        </p:blipFill>
        <p:spPr bwMode="auto">
          <a:xfrm>
            <a:off x="575244" y="1425891"/>
            <a:ext cx="4825694" cy="465254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97376CB-6B2B-6D1D-C2E9-C24486C00B6A}"/>
              </a:ext>
            </a:extLst>
          </p:cNvPr>
          <p:cNvSpPr txBox="1"/>
          <p:nvPr/>
        </p:nvSpPr>
        <p:spPr>
          <a:xfrm>
            <a:off x="439507" y="6380945"/>
            <a:ext cx="6094070" cy="369332"/>
          </a:xfrm>
          <a:prstGeom prst="rect">
            <a:avLst/>
          </a:prstGeom>
          <a:noFill/>
        </p:spPr>
        <p:txBody>
          <a:bodyPr wrap="square">
            <a:spAutoFit/>
          </a:bodyPr>
          <a:lstStyle/>
          <a:p>
            <a:r>
              <a:rPr lang="en-IE" dirty="0">
                <a:solidFill>
                  <a:schemeClr val="bg2"/>
                </a:solidFill>
              </a:rPr>
              <a:t>https://</a:t>
            </a:r>
            <a:r>
              <a:rPr lang="en-IE" dirty="0" err="1">
                <a:solidFill>
                  <a:schemeClr val="bg2"/>
                </a:solidFill>
              </a:rPr>
              <a:t>devopedia.org</a:t>
            </a:r>
            <a:r>
              <a:rPr lang="en-IE" dirty="0">
                <a:solidFill>
                  <a:schemeClr val="bg2"/>
                </a:solidFill>
              </a:rPr>
              <a:t>/roc-curve</a:t>
            </a:r>
          </a:p>
        </p:txBody>
      </p:sp>
      <p:pic>
        <p:nvPicPr>
          <p:cNvPr id="5122" name="Picture 2" descr="undefined">
            <a:extLst>
              <a:ext uri="{FF2B5EF4-FFF2-40B4-BE49-F238E27FC236}">
                <a16:creationId xmlns:a16="http://schemas.microsoft.com/office/drawing/2014/main" id="{9590DB2A-AFBC-0BD1-3DB1-496C9C9134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9651" y="134288"/>
            <a:ext cx="5092148" cy="509214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D8492CE-43FC-0A76-A2EF-57F148CD7BE9}"/>
              </a:ext>
            </a:extLst>
          </p:cNvPr>
          <p:cNvSpPr txBox="1"/>
          <p:nvPr/>
        </p:nvSpPr>
        <p:spPr>
          <a:xfrm>
            <a:off x="5400938" y="779560"/>
            <a:ext cx="1390124" cy="646331"/>
          </a:xfrm>
          <a:prstGeom prst="rect">
            <a:avLst/>
          </a:prstGeom>
          <a:noFill/>
        </p:spPr>
        <p:txBody>
          <a:bodyPr wrap="none" rtlCol="0">
            <a:spAutoFit/>
          </a:bodyPr>
          <a:lstStyle/>
          <a:p>
            <a:pPr algn="ctr"/>
            <a:r>
              <a:rPr lang="en-IE" dirty="0">
                <a:solidFill>
                  <a:srgbClr val="00B050"/>
                </a:solidFill>
              </a:rPr>
              <a:t>High values</a:t>
            </a:r>
          </a:p>
          <a:p>
            <a:pPr algn="ctr"/>
            <a:r>
              <a:rPr lang="en-IE" dirty="0">
                <a:solidFill>
                  <a:srgbClr val="00B050"/>
                </a:solidFill>
              </a:rPr>
              <a:t>are good</a:t>
            </a:r>
          </a:p>
        </p:txBody>
      </p:sp>
      <p:sp>
        <p:nvSpPr>
          <p:cNvPr id="6" name="TextBox 5">
            <a:extLst>
              <a:ext uri="{FF2B5EF4-FFF2-40B4-BE49-F238E27FC236}">
                <a16:creationId xmlns:a16="http://schemas.microsoft.com/office/drawing/2014/main" id="{DACF8FC8-14BB-BE67-0738-83DE83D06AE8}"/>
              </a:ext>
            </a:extLst>
          </p:cNvPr>
          <p:cNvSpPr txBox="1"/>
          <p:nvPr/>
        </p:nvSpPr>
        <p:spPr>
          <a:xfrm>
            <a:off x="9119753" y="5553748"/>
            <a:ext cx="1390124" cy="646331"/>
          </a:xfrm>
          <a:prstGeom prst="rect">
            <a:avLst/>
          </a:prstGeom>
          <a:noFill/>
        </p:spPr>
        <p:txBody>
          <a:bodyPr wrap="none" rtlCol="0">
            <a:spAutoFit/>
          </a:bodyPr>
          <a:lstStyle/>
          <a:p>
            <a:pPr algn="ctr"/>
            <a:r>
              <a:rPr lang="en-IE" dirty="0">
                <a:solidFill>
                  <a:srgbClr val="FF0000"/>
                </a:solidFill>
              </a:rPr>
              <a:t>High values</a:t>
            </a:r>
          </a:p>
          <a:p>
            <a:pPr algn="ctr"/>
            <a:r>
              <a:rPr lang="en-IE" dirty="0">
                <a:solidFill>
                  <a:srgbClr val="FF0000"/>
                </a:solidFill>
              </a:rPr>
              <a:t>are bad</a:t>
            </a:r>
          </a:p>
        </p:txBody>
      </p:sp>
      <p:cxnSp>
        <p:nvCxnSpPr>
          <p:cNvPr id="8" name="Straight Arrow Connector 7">
            <a:extLst>
              <a:ext uri="{FF2B5EF4-FFF2-40B4-BE49-F238E27FC236}">
                <a16:creationId xmlns:a16="http://schemas.microsoft.com/office/drawing/2014/main" id="{E01D0522-A77C-DC52-1695-812CD3A2CDB4}"/>
              </a:ext>
            </a:extLst>
          </p:cNvPr>
          <p:cNvCxnSpPr>
            <a:stCxn id="6" idx="0"/>
          </p:cNvCxnSpPr>
          <p:nvPr/>
        </p:nvCxnSpPr>
        <p:spPr>
          <a:xfrm flipV="1">
            <a:off x="9814815" y="4447309"/>
            <a:ext cx="1615185" cy="110643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53283C98-2DFC-65A4-AE19-F429F7450424}"/>
              </a:ext>
            </a:extLst>
          </p:cNvPr>
          <p:cNvCxnSpPr>
            <a:cxnSpLocks/>
            <a:stCxn id="4" idx="3"/>
          </p:cNvCxnSpPr>
          <p:nvPr/>
        </p:nvCxnSpPr>
        <p:spPr>
          <a:xfrm flipV="1">
            <a:off x="6791062" y="1102725"/>
            <a:ext cx="1324238"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99786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31416-9C92-F75F-0961-A46E57518E1E}"/>
              </a:ext>
            </a:extLst>
          </p:cNvPr>
          <p:cNvSpPr>
            <a:spLocks noGrp="1"/>
          </p:cNvSpPr>
          <p:nvPr>
            <p:ph type="title"/>
          </p:nvPr>
        </p:nvSpPr>
        <p:spPr/>
        <p:txBody>
          <a:bodyPr/>
          <a:lstStyle/>
          <a:p>
            <a:r>
              <a:rPr lang="en-IE" dirty="0"/>
              <a:t>Online Tool</a:t>
            </a:r>
          </a:p>
        </p:txBody>
      </p:sp>
      <p:sp>
        <p:nvSpPr>
          <p:cNvPr id="3" name="Content Placeholder 2">
            <a:extLst>
              <a:ext uri="{FF2B5EF4-FFF2-40B4-BE49-F238E27FC236}">
                <a16:creationId xmlns:a16="http://schemas.microsoft.com/office/drawing/2014/main" id="{5F20A32E-ED63-A4C8-3E4B-7BCF36BE5AC7}"/>
              </a:ext>
            </a:extLst>
          </p:cNvPr>
          <p:cNvSpPr>
            <a:spLocks noGrp="1"/>
          </p:cNvSpPr>
          <p:nvPr>
            <p:ph idx="1"/>
          </p:nvPr>
        </p:nvSpPr>
        <p:spPr>
          <a:xfrm>
            <a:off x="838200" y="5225143"/>
            <a:ext cx="10515600" cy="951820"/>
          </a:xfrm>
        </p:spPr>
        <p:txBody>
          <a:bodyPr>
            <a:normAutofit/>
          </a:bodyPr>
          <a:lstStyle/>
          <a:p>
            <a:pPr marL="0" indent="0">
              <a:buNone/>
            </a:pPr>
            <a:r>
              <a:rPr lang="en-IE" dirty="0"/>
              <a:t>http://</a:t>
            </a:r>
            <a:r>
              <a:rPr lang="en-IE" dirty="0" err="1"/>
              <a:t>www.navan.name</a:t>
            </a:r>
            <a:r>
              <a:rPr lang="en-IE" dirty="0"/>
              <a:t>/roc/?ref=</a:t>
            </a:r>
            <a:r>
              <a:rPr lang="en-IE" dirty="0" err="1"/>
              <a:t>dataschool.io</a:t>
            </a:r>
            <a:endParaRPr lang="en-IE" dirty="0"/>
          </a:p>
        </p:txBody>
      </p:sp>
      <p:sp>
        <p:nvSpPr>
          <p:cNvPr id="4" name="Slide Number Placeholder 3">
            <a:extLst>
              <a:ext uri="{FF2B5EF4-FFF2-40B4-BE49-F238E27FC236}">
                <a16:creationId xmlns:a16="http://schemas.microsoft.com/office/drawing/2014/main" id="{B7D0E77C-DF3D-4DF4-2A7E-CAFBF248C691}"/>
              </a:ext>
            </a:extLst>
          </p:cNvPr>
          <p:cNvSpPr>
            <a:spLocks noGrp="1"/>
          </p:cNvSpPr>
          <p:nvPr>
            <p:ph type="sldNum" sz="quarter" idx="12"/>
          </p:nvPr>
        </p:nvSpPr>
        <p:spPr/>
        <p:txBody>
          <a:bodyPr/>
          <a:lstStyle/>
          <a:p>
            <a:fld id="{1AE971F0-0CD2-4C47-8087-EBCE9716EA84}" type="slidenum">
              <a:rPr lang="en-GB" smtClean="0"/>
              <a:pPr/>
              <a:t>11</a:t>
            </a:fld>
            <a:endParaRPr lang="en-GB" dirty="0"/>
          </a:p>
        </p:txBody>
      </p:sp>
      <p:pic>
        <p:nvPicPr>
          <p:cNvPr id="6" name="Picture 5" descr="A screenshot of a diagram&#10;&#10;Description automatically generated">
            <a:extLst>
              <a:ext uri="{FF2B5EF4-FFF2-40B4-BE49-F238E27FC236}">
                <a16:creationId xmlns:a16="http://schemas.microsoft.com/office/drawing/2014/main" id="{B86FACD4-ED96-9871-FEFC-3A6AADEE6E2B}"/>
              </a:ext>
            </a:extLst>
          </p:cNvPr>
          <p:cNvPicPr>
            <a:picLocks noChangeAspect="1"/>
          </p:cNvPicPr>
          <p:nvPr/>
        </p:nvPicPr>
        <p:blipFill>
          <a:blip r:embed="rId2">
            <a:extLst>
              <a:ext uri="{28A0092B-C50C-407E-A947-70E740481C1C}">
                <a14:useLocalDpi xmlns:a14="http://schemas.microsoft.com/office/drawing/2010/main" val="0"/>
              </a:ext>
            </a:extLst>
          </a:blip>
          <a:srcRect t="3228"/>
          <a:stretch/>
        </p:blipFill>
        <p:spPr>
          <a:xfrm>
            <a:off x="7332681" y="236998"/>
            <a:ext cx="4435766" cy="4882502"/>
          </a:xfrm>
          <a:prstGeom prst="rect">
            <a:avLst/>
          </a:prstGeom>
        </p:spPr>
      </p:pic>
    </p:spTree>
    <p:extLst>
      <p:ext uri="{BB962C8B-B14F-4D97-AF65-F5344CB8AC3E}">
        <p14:creationId xmlns:p14="http://schemas.microsoft.com/office/powerpoint/2010/main" val="982020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FDDA5-2970-A561-201C-60BC24F3A1DC}"/>
              </a:ext>
            </a:extLst>
          </p:cNvPr>
          <p:cNvSpPr>
            <a:spLocks noGrp="1"/>
          </p:cNvSpPr>
          <p:nvPr>
            <p:ph type="title"/>
          </p:nvPr>
        </p:nvSpPr>
        <p:spPr>
          <a:xfrm>
            <a:off x="560407" y="214655"/>
            <a:ext cx="10515600" cy="769194"/>
          </a:xfrm>
        </p:spPr>
        <p:txBody>
          <a:bodyPr/>
          <a:lstStyle/>
          <a:p>
            <a:r>
              <a:rPr lang="en-IE" dirty="0"/>
              <a:t>Cross-validation and when to use it</a:t>
            </a:r>
          </a:p>
        </p:txBody>
      </p:sp>
      <p:pic>
        <p:nvPicPr>
          <p:cNvPr id="4098" name="Picture 2" descr="3.1. Cross-validation: evaluating estimator performance — scikit-learn  1.3.2 documentation">
            <a:extLst>
              <a:ext uri="{FF2B5EF4-FFF2-40B4-BE49-F238E27FC236}">
                <a16:creationId xmlns:a16="http://schemas.microsoft.com/office/drawing/2014/main" id="{2A851BDB-DD57-A276-EDB6-59FA4A977B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8989" y="1372250"/>
            <a:ext cx="6749346" cy="467487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6E6FB63-F0C0-27D2-E5C9-BB99A584788F}"/>
              </a:ext>
            </a:extLst>
          </p:cNvPr>
          <p:cNvSpPr txBox="1"/>
          <p:nvPr/>
        </p:nvSpPr>
        <p:spPr>
          <a:xfrm>
            <a:off x="128053" y="6435523"/>
            <a:ext cx="7166125" cy="369332"/>
          </a:xfrm>
          <a:prstGeom prst="rect">
            <a:avLst/>
          </a:prstGeom>
          <a:noFill/>
        </p:spPr>
        <p:txBody>
          <a:bodyPr wrap="square">
            <a:spAutoFit/>
          </a:bodyPr>
          <a:lstStyle/>
          <a:p>
            <a:r>
              <a:rPr lang="en-IE" dirty="0">
                <a:solidFill>
                  <a:schemeClr val="bg1"/>
                </a:solidFill>
              </a:rPr>
              <a:t>https://</a:t>
            </a:r>
            <a:r>
              <a:rPr lang="en-IE" dirty="0" err="1">
                <a:solidFill>
                  <a:schemeClr val="bg1"/>
                </a:solidFill>
              </a:rPr>
              <a:t>vitalflux.com</a:t>
            </a:r>
            <a:r>
              <a:rPr lang="en-IE" dirty="0">
                <a:solidFill>
                  <a:schemeClr val="bg1"/>
                </a:solidFill>
              </a:rPr>
              <a:t>/k-fold-cross-validation-python-example/</a:t>
            </a:r>
          </a:p>
        </p:txBody>
      </p:sp>
    </p:spTree>
    <p:extLst>
      <p:ext uri="{BB962C8B-B14F-4D97-AF65-F5344CB8AC3E}">
        <p14:creationId xmlns:p14="http://schemas.microsoft.com/office/powerpoint/2010/main" val="17925170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CBD6D19-71CD-F0E4-63C7-6EC009295A59}"/>
              </a:ext>
            </a:extLst>
          </p:cNvPr>
          <p:cNvSpPr>
            <a:spLocks noGrp="1"/>
          </p:cNvSpPr>
          <p:nvPr>
            <p:ph type="title"/>
          </p:nvPr>
        </p:nvSpPr>
        <p:spPr/>
        <p:txBody>
          <a:bodyPr/>
          <a:lstStyle/>
          <a:p>
            <a:r>
              <a:rPr lang="en-GB" dirty="0"/>
              <a:t>Regression Metrics</a:t>
            </a:r>
            <a:endParaRPr lang="en-IE" dirty="0"/>
          </a:p>
        </p:txBody>
      </p:sp>
      <p:sp>
        <p:nvSpPr>
          <p:cNvPr id="7" name="Slide Number Placeholder 6">
            <a:extLst>
              <a:ext uri="{FF2B5EF4-FFF2-40B4-BE49-F238E27FC236}">
                <a16:creationId xmlns:a16="http://schemas.microsoft.com/office/drawing/2014/main" id="{6BA64DFD-193E-8E92-4B81-615BE8AC4947}"/>
              </a:ext>
            </a:extLst>
          </p:cNvPr>
          <p:cNvSpPr>
            <a:spLocks noGrp="1"/>
          </p:cNvSpPr>
          <p:nvPr>
            <p:ph type="sldNum" sz="quarter" idx="12"/>
          </p:nvPr>
        </p:nvSpPr>
        <p:spPr/>
        <p:txBody>
          <a:bodyPr/>
          <a:lstStyle/>
          <a:p>
            <a:fld id="{1AE971F0-0CD2-4C47-8087-EBCE9716EA84}" type="slidenum">
              <a:rPr lang="en-GB" smtClean="0"/>
              <a:t>13</a:t>
            </a:fld>
            <a:endParaRPr lang="en-GB"/>
          </a:p>
        </p:txBody>
      </p:sp>
      <p:pic>
        <p:nvPicPr>
          <p:cNvPr id="5" name="Picture 4">
            <a:extLst>
              <a:ext uri="{FF2B5EF4-FFF2-40B4-BE49-F238E27FC236}">
                <a16:creationId xmlns:a16="http://schemas.microsoft.com/office/drawing/2014/main" id="{5FC65589-528A-1482-452F-2D391412BA31}"/>
              </a:ext>
            </a:extLst>
          </p:cNvPr>
          <p:cNvPicPr>
            <a:picLocks noChangeAspect="1"/>
          </p:cNvPicPr>
          <p:nvPr/>
        </p:nvPicPr>
        <p:blipFill>
          <a:blip r:embed="rId2"/>
          <a:stretch>
            <a:fillRect/>
          </a:stretch>
        </p:blipFill>
        <p:spPr>
          <a:xfrm>
            <a:off x="4230481" y="636817"/>
            <a:ext cx="3718338" cy="3718338"/>
          </a:xfrm>
          <a:prstGeom prst="rect">
            <a:avLst/>
          </a:prstGeom>
        </p:spPr>
      </p:pic>
    </p:spTree>
    <p:extLst>
      <p:ext uri="{BB962C8B-B14F-4D97-AF65-F5344CB8AC3E}">
        <p14:creationId xmlns:p14="http://schemas.microsoft.com/office/powerpoint/2010/main" val="14952147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89253-4FE8-6264-83A9-DB46C737F1EE}"/>
              </a:ext>
            </a:extLst>
          </p:cNvPr>
          <p:cNvSpPr>
            <a:spLocks noGrp="1"/>
          </p:cNvSpPr>
          <p:nvPr>
            <p:ph type="title"/>
          </p:nvPr>
        </p:nvSpPr>
        <p:spPr/>
        <p:txBody>
          <a:bodyPr/>
          <a:lstStyle/>
          <a:p>
            <a:r>
              <a:rPr lang="en-IE" dirty="0"/>
              <a:t>Regression metrics</a:t>
            </a:r>
          </a:p>
        </p:txBody>
      </p:sp>
      <p:pic>
        <p:nvPicPr>
          <p:cNvPr id="1026" name="Picture 2" descr="Root Mean Squared Error Versus Mean Absolute Error">
            <a:extLst>
              <a:ext uri="{FF2B5EF4-FFF2-40B4-BE49-F238E27FC236}">
                <a16:creationId xmlns:a16="http://schemas.microsoft.com/office/drawing/2014/main" id="{A8FD258A-ECC1-7EFC-C9C4-498A9EDA59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19910"/>
            <a:ext cx="5067300" cy="3378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he Professionals Point: Loss Functions in Machine Learning (MAE, MSE, RMSE)">
            <a:extLst>
              <a:ext uri="{FF2B5EF4-FFF2-40B4-BE49-F238E27FC236}">
                <a16:creationId xmlns:a16="http://schemas.microsoft.com/office/drawing/2014/main" id="{72D80D9D-812E-216B-78EB-C5A955CE42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2655" y="2286656"/>
            <a:ext cx="6539345" cy="28721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04142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45211-C091-C6E9-0451-120C4D569CCF}"/>
              </a:ext>
            </a:extLst>
          </p:cNvPr>
          <p:cNvSpPr>
            <a:spLocks noGrp="1"/>
          </p:cNvSpPr>
          <p:nvPr>
            <p:ph type="title"/>
          </p:nvPr>
        </p:nvSpPr>
        <p:spPr/>
        <p:txBody>
          <a:bodyPr/>
          <a:lstStyle/>
          <a:p>
            <a:r>
              <a:rPr lang="en-IE" dirty="0"/>
              <a:t>References</a:t>
            </a:r>
          </a:p>
        </p:txBody>
      </p:sp>
      <p:sp>
        <p:nvSpPr>
          <p:cNvPr id="3" name="Content Placeholder 2">
            <a:extLst>
              <a:ext uri="{FF2B5EF4-FFF2-40B4-BE49-F238E27FC236}">
                <a16:creationId xmlns:a16="http://schemas.microsoft.com/office/drawing/2014/main" id="{BD93ABFF-1A94-6812-2D36-09B1DED6A922}"/>
              </a:ext>
            </a:extLst>
          </p:cNvPr>
          <p:cNvSpPr>
            <a:spLocks noGrp="1"/>
          </p:cNvSpPr>
          <p:nvPr>
            <p:ph idx="1"/>
          </p:nvPr>
        </p:nvSpPr>
        <p:spPr/>
        <p:txBody>
          <a:bodyPr>
            <a:normAutofit/>
          </a:bodyPr>
          <a:lstStyle/>
          <a:p>
            <a:r>
              <a:rPr lang="en-IE" sz="2400" dirty="0"/>
              <a:t>https://</a:t>
            </a:r>
            <a:r>
              <a:rPr lang="en-IE" sz="2400" dirty="0" err="1"/>
              <a:t>orangedatamining.com</a:t>
            </a:r>
            <a:r>
              <a:rPr lang="en-IE" sz="2400" dirty="0"/>
              <a:t>/widget-</a:t>
            </a:r>
            <a:r>
              <a:rPr lang="en-IE" sz="2400" dirty="0" err="1"/>
              <a:t>catalog</a:t>
            </a:r>
            <a:r>
              <a:rPr lang="en-IE" sz="2400" dirty="0"/>
              <a:t>/evaluate/</a:t>
            </a:r>
            <a:r>
              <a:rPr lang="en-IE" sz="2400" dirty="0" err="1"/>
              <a:t>testandscore</a:t>
            </a:r>
            <a:r>
              <a:rPr lang="en-IE" sz="2400" dirty="0"/>
              <a:t>/</a:t>
            </a:r>
          </a:p>
        </p:txBody>
      </p:sp>
    </p:spTree>
    <p:extLst>
      <p:ext uri="{BB962C8B-B14F-4D97-AF65-F5344CB8AC3E}">
        <p14:creationId xmlns:p14="http://schemas.microsoft.com/office/powerpoint/2010/main" val="3331349462"/>
      </p:ext>
    </p:extLst>
  </p:cSld>
  <p:clrMapOvr>
    <a:masterClrMapping/>
  </p:clrMapOvr>
</p:sld>
</file>

<file path=ppt/theme/theme1.xml><?xml version="1.0" encoding="utf-8"?>
<a:theme xmlns:a="http://schemas.openxmlformats.org/drawingml/2006/main" name="Office Theme">
  <a:themeElements>
    <a:clrScheme name="TU D SoC">
      <a:dk1>
        <a:sysClr val="windowText" lastClr="000000"/>
      </a:dk1>
      <a:lt1>
        <a:srgbClr val="FAFBFD"/>
      </a:lt1>
      <a:dk2>
        <a:srgbClr val="004C6C"/>
      </a:dk2>
      <a:lt2>
        <a:srgbClr val="FAFBFD"/>
      </a:lt2>
      <a:accent1>
        <a:srgbClr val="00A9B7"/>
      </a:accent1>
      <a:accent2>
        <a:srgbClr val="EB5793"/>
      </a:accent2>
      <a:accent3>
        <a:srgbClr val="B60057"/>
      </a:accent3>
      <a:accent4>
        <a:srgbClr val="CFC600"/>
      </a:accent4>
      <a:accent5>
        <a:srgbClr val="F49D6C"/>
      </a:accent5>
      <a:accent6>
        <a:srgbClr val="E94A41"/>
      </a:accent6>
      <a:hlink>
        <a:srgbClr val="6359A6"/>
      </a:hlink>
      <a:folHlink>
        <a:srgbClr val="837EBA"/>
      </a:folHlink>
    </a:clrScheme>
    <a:fontScheme name="Custom 3">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ssibleTemplate.potx" id="{19A76EF7-685B-4DD9-AEC2-DD2E690A5E16}" vid="{F9D02FCD-DE17-4A7B-9E71-714D7E1CC4B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0F374BB96A3DE46B150CC6A9F517AE9" ma:contentTypeVersion="16" ma:contentTypeDescription="Create a new document." ma:contentTypeScope="" ma:versionID="58eb6e56134c165672897323c007ba07">
  <xsd:schema xmlns:xsd="http://www.w3.org/2001/XMLSchema" xmlns:xs="http://www.w3.org/2001/XMLSchema" xmlns:p="http://schemas.microsoft.com/office/2006/metadata/properties" xmlns:ns2="5fa573f1-0388-4933-b06f-1f1a0fb87c89" xmlns:ns3="7fe8872b-6cbd-4bc2-a1b1-93bd9d636a9c" targetNamespace="http://schemas.microsoft.com/office/2006/metadata/properties" ma:root="true" ma:fieldsID="1fc4ccf92a7e5d2a6ae2d68f2fa9ab8a" ns2:_="" ns3:_="">
    <xsd:import namespace="5fa573f1-0388-4933-b06f-1f1a0fb87c89"/>
    <xsd:import namespace="7fe8872b-6cbd-4bc2-a1b1-93bd9d636a9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GenerationTime" minOccurs="0"/>
                <xsd:element ref="ns2:MediaServiceEventHashCode" minOccurs="0"/>
                <xsd:element ref="ns2:MediaServiceLocation" minOccurs="0"/>
                <xsd:element ref="ns2:MediaServiceOCR"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a573f1-0388-4933-b06f-1f1a0fb87c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Length (seconds)"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b168bf0-f213-4887-af2e-cac682fa2405"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7fe8872b-6cbd-4bc2-a1b1-93bd9d636a9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b5aa41c-e4fb-41a8-90d6-833c8917b781}" ma:internalName="TaxCatchAll" ma:showField="CatchAllData" ma:web="7fe8872b-6cbd-4bc2-a1b1-93bd9d636a9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7fe8872b-6cbd-4bc2-a1b1-93bd9d636a9c" xsi:nil="true"/>
    <lcf76f155ced4ddcb4097134ff3c332f xmlns="5fa573f1-0388-4933-b06f-1f1a0fb87c89">
      <Terms xmlns="http://schemas.microsoft.com/office/infopath/2007/PartnerControls"/>
    </lcf76f155ced4ddcb4097134ff3c332f>
    <SharedWithUsers xmlns="7fe8872b-6cbd-4bc2-a1b1-93bd9d636a9c">
      <UserInfo>
        <DisplayName>School of Computer Science-Staff-City Members</DisplayName>
        <AccountId>138</AccountId>
        <AccountType/>
      </UserInfo>
    </SharedWithUsers>
  </documentManagement>
</p:properties>
</file>

<file path=customXml/itemProps1.xml><?xml version="1.0" encoding="utf-8"?>
<ds:datastoreItem xmlns:ds="http://schemas.openxmlformats.org/officeDocument/2006/customXml" ds:itemID="{7AA7A6EA-8ED6-49B7-80BA-80AB3E7256ED}">
  <ds:schemaRefs>
    <ds:schemaRef ds:uri="5fa573f1-0388-4933-b06f-1f1a0fb87c89"/>
    <ds:schemaRef ds:uri="7fe8872b-6cbd-4bc2-a1b1-93bd9d636a9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0260636-9BC8-41CD-BA34-5B1D5FA4CFBA}">
  <ds:schemaRefs>
    <ds:schemaRef ds:uri="http://schemas.microsoft.com/sharepoint/v3/contenttype/forms"/>
  </ds:schemaRefs>
</ds:datastoreItem>
</file>

<file path=customXml/itemProps3.xml><?xml version="1.0" encoding="utf-8"?>
<ds:datastoreItem xmlns:ds="http://schemas.openxmlformats.org/officeDocument/2006/customXml" ds:itemID="{4E0FDB3D-FF19-4870-A552-A7FC0B3873D1}">
  <ds:schemaRefs>
    <ds:schemaRef ds:uri="http://schemas.microsoft.com/office/infopath/2007/PartnerControls"/>
    <ds:schemaRef ds:uri="http://schemas.microsoft.com/office/2006/documentManagement/types"/>
    <ds:schemaRef ds:uri="7fe8872b-6cbd-4bc2-a1b1-93bd9d636a9c"/>
    <ds:schemaRef ds:uri="5fa573f1-0388-4933-b06f-1f1a0fb87c89"/>
    <ds:schemaRef ds:uri="http://schemas.microsoft.com/office/2006/metadata/properties"/>
    <ds:schemaRef ds:uri="http://purl.org/dc/elements/1.1/"/>
    <ds:schemaRef ds:uri="http://schemas.openxmlformats.org/package/2006/metadata/core-properties"/>
    <ds:schemaRef ds:uri="http://www.w3.org/XML/1998/namespace"/>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Theme</Template>
  <TotalTime>955</TotalTime>
  <Words>413</Words>
  <Application>Microsoft Macintosh PowerPoint</Application>
  <PresentationFormat>Widescreen</PresentationFormat>
  <Paragraphs>48</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__Source_Sans_3_fa886a</vt:lpstr>
      <vt:lpstr>Arial</vt:lpstr>
      <vt:lpstr>Calibri</vt:lpstr>
      <vt:lpstr>Helvetica</vt:lpstr>
      <vt:lpstr>source-serif-pro</vt:lpstr>
      <vt:lpstr>Office Theme</vt:lpstr>
      <vt:lpstr>Evaluation Metrics</vt:lpstr>
      <vt:lpstr>Classification Metrics</vt:lpstr>
      <vt:lpstr>Classification Metrics</vt:lpstr>
      <vt:lpstr>Confusion matrix</vt:lpstr>
      <vt:lpstr>False positive, True negative, False positive and False Negative</vt:lpstr>
      <vt:lpstr>Confusion Matrix</vt:lpstr>
      <vt:lpstr>Main metrics</vt:lpstr>
      <vt:lpstr>Confusion Matrix for multiple classes</vt:lpstr>
      <vt:lpstr>Precision and Recall</vt:lpstr>
      <vt:lpstr>What is ROC?</vt:lpstr>
      <vt:lpstr>Online Tool</vt:lpstr>
      <vt:lpstr>Cross-validation and when to use it</vt:lpstr>
      <vt:lpstr>Regression Metrics</vt:lpstr>
      <vt:lpstr>Regression metrics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Luis Miralles</dc:creator>
  <cp:lastModifiedBy>Luis Miralles</cp:lastModifiedBy>
  <cp:revision>3</cp:revision>
  <dcterms:created xsi:type="dcterms:W3CDTF">2023-11-13T21:11:05Z</dcterms:created>
  <dcterms:modified xsi:type="dcterms:W3CDTF">2024-12-02T17:28:00Z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0x01010060F374BB96A3DE46B150CC6A9F517AE9</vt:lpwstr>
  </property>
  <property fmtid="{D5CDD505-2E9C-101B-9397-08002B2CF9AE}" pid="3" name="MediaServiceImageTags">
    <vt:lpwstr/>
  </property>
</Properties>
</file>