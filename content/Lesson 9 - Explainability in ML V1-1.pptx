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36"/>
  </p:notesMasterIdLst>
  <p:handoutMasterIdLst>
    <p:handoutMasterId r:id="rId37"/>
  </p:handoutMasterIdLst>
  <p:sldIdLst>
    <p:sldId id="256" r:id="rId5"/>
    <p:sldId id="258" r:id="rId6"/>
    <p:sldId id="288" r:id="rId7"/>
    <p:sldId id="287" r:id="rId8"/>
    <p:sldId id="293" r:id="rId9"/>
    <p:sldId id="294" r:id="rId10"/>
    <p:sldId id="295" r:id="rId11"/>
    <p:sldId id="296" r:id="rId12"/>
    <p:sldId id="316" r:id="rId13"/>
    <p:sldId id="259" r:id="rId14"/>
    <p:sldId id="263" r:id="rId15"/>
    <p:sldId id="264" r:id="rId16"/>
    <p:sldId id="314" r:id="rId17"/>
    <p:sldId id="297" r:id="rId18"/>
    <p:sldId id="298" r:id="rId19"/>
    <p:sldId id="317" r:id="rId20"/>
    <p:sldId id="308" r:id="rId21"/>
    <p:sldId id="300" r:id="rId22"/>
    <p:sldId id="311" r:id="rId23"/>
    <p:sldId id="301" r:id="rId24"/>
    <p:sldId id="315" r:id="rId25"/>
    <p:sldId id="313" r:id="rId26"/>
    <p:sldId id="310" r:id="rId27"/>
    <p:sldId id="302" r:id="rId28"/>
    <p:sldId id="312" r:id="rId29"/>
    <p:sldId id="303" r:id="rId30"/>
    <p:sldId id="299" r:id="rId31"/>
    <p:sldId id="304" r:id="rId32"/>
    <p:sldId id="305" r:id="rId33"/>
    <p:sldId id="306" r:id="rId34"/>
    <p:sldId id="30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FBFC"/>
    <a:srgbClr val="00A9B7"/>
    <a:srgbClr val="00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84AC7F-D968-7646-B32F-52FCEEBD9E11}" v="33" dt="2024-12-02T17:28:21.3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67" autoAdjust="0"/>
    <p:restoredTop sz="86438" autoAdjust="0"/>
  </p:normalViewPr>
  <p:slideViewPr>
    <p:cSldViewPr snapToGrid="0">
      <p:cViewPr varScale="1">
        <p:scale>
          <a:sx n="109" d="100"/>
          <a:sy n="109" d="100"/>
        </p:scale>
        <p:origin x="840" y="184"/>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45" d="100"/>
          <a:sy n="45" d="100"/>
        </p:scale>
        <p:origin x="2760" y="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is Miralles" userId="699e2c5a-5018-4326-8814-50a037852b20" providerId="ADAL" clId="{6D67F770-D5DF-7449-A815-A259A389EADC}"/>
    <pc:docChg chg="custSel modSld">
      <pc:chgData name="Luis Miralles" userId="699e2c5a-5018-4326-8814-50a037852b20" providerId="ADAL" clId="{6D67F770-D5DF-7449-A815-A259A389EADC}" dt="2024-10-16T10:45:25.385" v="112"/>
      <pc:docMkLst>
        <pc:docMk/>
      </pc:docMkLst>
      <pc:sldChg chg="delSp modSp mod">
        <pc:chgData name="Luis Miralles" userId="699e2c5a-5018-4326-8814-50a037852b20" providerId="ADAL" clId="{6D67F770-D5DF-7449-A815-A259A389EADC}" dt="2024-10-16T10:39:59.612" v="37" actId="1076"/>
        <pc:sldMkLst>
          <pc:docMk/>
          <pc:sldMk cId="2740838320" sldId="256"/>
        </pc:sldMkLst>
        <pc:spChg chg="mod">
          <ac:chgData name="Luis Miralles" userId="699e2c5a-5018-4326-8814-50a037852b20" providerId="ADAL" clId="{6D67F770-D5DF-7449-A815-A259A389EADC}" dt="2024-10-16T10:39:59.612" v="37" actId="1076"/>
          <ac:spMkLst>
            <pc:docMk/>
            <pc:sldMk cId="2740838320" sldId="256"/>
            <ac:spMk id="6" creationId="{A59FA92C-B278-E264-6857-68AD13A165C3}"/>
          </ac:spMkLst>
        </pc:spChg>
      </pc:sldChg>
      <pc:sldChg chg="modSp mod">
        <pc:chgData name="Luis Miralles" userId="699e2c5a-5018-4326-8814-50a037852b20" providerId="ADAL" clId="{6D67F770-D5DF-7449-A815-A259A389EADC}" dt="2024-10-16T10:39:35.019" v="1" actId="20577"/>
        <pc:sldMkLst>
          <pc:docMk/>
          <pc:sldMk cId="1505644874" sldId="258"/>
        </pc:sldMkLst>
        <pc:spChg chg="mod">
          <ac:chgData name="Luis Miralles" userId="699e2c5a-5018-4326-8814-50a037852b20" providerId="ADAL" clId="{6D67F770-D5DF-7449-A815-A259A389EADC}" dt="2024-10-16T10:39:35.019" v="1" actId="20577"/>
          <ac:spMkLst>
            <pc:docMk/>
            <pc:sldMk cId="1505644874" sldId="258"/>
            <ac:spMk id="3" creationId="{C1208D8C-727C-F3C1-1BDF-270C6D0E0F4B}"/>
          </ac:spMkLst>
        </pc:spChg>
      </pc:sldChg>
      <pc:sldChg chg="modSp mod">
        <pc:chgData name="Luis Miralles" userId="699e2c5a-5018-4326-8814-50a037852b20" providerId="ADAL" clId="{6D67F770-D5DF-7449-A815-A259A389EADC}" dt="2024-10-16T10:41:39.792" v="60" actId="1076"/>
        <pc:sldMkLst>
          <pc:docMk/>
          <pc:sldMk cId="1466989170" sldId="259"/>
        </pc:sldMkLst>
        <pc:spChg chg="mod">
          <ac:chgData name="Luis Miralles" userId="699e2c5a-5018-4326-8814-50a037852b20" providerId="ADAL" clId="{6D67F770-D5DF-7449-A815-A259A389EADC}" dt="2024-10-16T10:41:25.649" v="58" actId="1076"/>
          <ac:spMkLst>
            <pc:docMk/>
            <pc:sldMk cId="1466989170" sldId="259"/>
            <ac:spMk id="3" creationId="{4C762297-828E-60D6-ED3C-7324FAA457E9}"/>
          </ac:spMkLst>
        </pc:spChg>
        <pc:picChg chg="mod">
          <ac:chgData name="Luis Miralles" userId="699e2c5a-5018-4326-8814-50a037852b20" providerId="ADAL" clId="{6D67F770-D5DF-7449-A815-A259A389EADC}" dt="2024-10-16T10:41:39.792" v="60" actId="1076"/>
          <ac:picMkLst>
            <pc:docMk/>
            <pc:sldMk cId="1466989170" sldId="259"/>
            <ac:picMk id="4" creationId="{6B8DAB24-B7DA-C895-4F87-703F9441BD0E}"/>
          </ac:picMkLst>
        </pc:picChg>
      </pc:sldChg>
      <pc:sldChg chg="modSp mod">
        <pc:chgData name="Luis Miralles" userId="699e2c5a-5018-4326-8814-50a037852b20" providerId="ADAL" clId="{6D67F770-D5DF-7449-A815-A259A389EADC}" dt="2024-10-16T10:42:09.395" v="62" actId="27636"/>
        <pc:sldMkLst>
          <pc:docMk/>
          <pc:sldMk cId="4077141823" sldId="264"/>
        </pc:sldMkLst>
        <pc:spChg chg="mod">
          <ac:chgData name="Luis Miralles" userId="699e2c5a-5018-4326-8814-50a037852b20" providerId="ADAL" clId="{6D67F770-D5DF-7449-A815-A259A389EADC}" dt="2024-10-16T10:42:09.395" v="62" actId="27636"/>
          <ac:spMkLst>
            <pc:docMk/>
            <pc:sldMk cId="4077141823" sldId="264"/>
            <ac:spMk id="3" creationId="{C6475948-4A37-4973-6212-5895937000FD}"/>
          </ac:spMkLst>
        </pc:spChg>
      </pc:sldChg>
      <pc:sldChg chg="modSp mod">
        <pc:chgData name="Luis Miralles" userId="699e2c5a-5018-4326-8814-50a037852b20" providerId="ADAL" clId="{6D67F770-D5DF-7449-A815-A259A389EADC}" dt="2024-10-16T10:40:19.257" v="42" actId="1076"/>
        <pc:sldMkLst>
          <pc:docMk/>
          <pc:sldMk cId="1400718959" sldId="288"/>
        </pc:sldMkLst>
        <pc:spChg chg="mod">
          <ac:chgData name="Luis Miralles" userId="699e2c5a-5018-4326-8814-50a037852b20" providerId="ADAL" clId="{6D67F770-D5DF-7449-A815-A259A389EADC}" dt="2024-10-16T10:40:19.257" v="42" actId="1076"/>
          <ac:spMkLst>
            <pc:docMk/>
            <pc:sldMk cId="1400718959" sldId="288"/>
            <ac:spMk id="3" creationId="{23BB88B1-B810-B684-1A87-FCD6D42BF19E}"/>
          </ac:spMkLst>
        </pc:spChg>
      </pc:sldChg>
      <pc:sldChg chg="modSp mod">
        <pc:chgData name="Luis Miralles" userId="699e2c5a-5018-4326-8814-50a037852b20" providerId="ADAL" clId="{6D67F770-D5DF-7449-A815-A259A389EADC}" dt="2024-10-16T10:40:51.082" v="50" actId="403"/>
        <pc:sldMkLst>
          <pc:docMk/>
          <pc:sldMk cId="4145781174" sldId="294"/>
        </pc:sldMkLst>
        <pc:spChg chg="mod">
          <ac:chgData name="Luis Miralles" userId="699e2c5a-5018-4326-8814-50a037852b20" providerId="ADAL" clId="{6D67F770-D5DF-7449-A815-A259A389EADC}" dt="2024-10-16T10:40:51.082" v="50" actId="403"/>
          <ac:spMkLst>
            <pc:docMk/>
            <pc:sldMk cId="4145781174" sldId="294"/>
            <ac:spMk id="2" creationId="{BE47CB39-176A-F901-8456-CD5847D15153}"/>
          </ac:spMkLst>
        </pc:spChg>
        <pc:spChg chg="mod">
          <ac:chgData name="Luis Miralles" userId="699e2c5a-5018-4326-8814-50a037852b20" providerId="ADAL" clId="{6D67F770-D5DF-7449-A815-A259A389EADC}" dt="2024-10-16T10:40:46.358" v="48" actId="1076"/>
          <ac:spMkLst>
            <pc:docMk/>
            <pc:sldMk cId="4145781174" sldId="294"/>
            <ac:spMk id="3" creationId="{4C762297-828E-60D6-ED3C-7324FAA457E9}"/>
          </ac:spMkLst>
        </pc:spChg>
        <pc:picChg chg="mod">
          <ac:chgData name="Luis Miralles" userId="699e2c5a-5018-4326-8814-50a037852b20" providerId="ADAL" clId="{6D67F770-D5DF-7449-A815-A259A389EADC}" dt="2024-10-16T10:40:34.444" v="44" actId="1076"/>
          <ac:picMkLst>
            <pc:docMk/>
            <pc:sldMk cId="4145781174" sldId="294"/>
            <ac:picMk id="4" creationId="{3858F6B0-A485-1F49-BC6C-63F9EE71DBDB}"/>
          </ac:picMkLst>
        </pc:picChg>
      </pc:sldChg>
      <pc:sldChg chg="modSp mod">
        <pc:chgData name="Luis Miralles" userId="699e2c5a-5018-4326-8814-50a037852b20" providerId="ADAL" clId="{6D67F770-D5DF-7449-A815-A259A389EADC}" dt="2024-10-16T10:41:07.218" v="53" actId="1076"/>
        <pc:sldMkLst>
          <pc:docMk/>
          <pc:sldMk cId="632641135" sldId="296"/>
        </pc:sldMkLst>
        <pc:spChg chg="mod">
          <ac:chgData name="Luis Miralles" userId="699e2c5a-5018-4326-8814-50a037852b20" providerId="ADAL" clId="{6D67F770-D5DF-7449-A815-A259A389EADC}" dt="2024-10-16T10:41:07.218" v="53" actId="1076"/>
          <ac:spMkLst>
            <pc:docMk/>
            <pc:sldMk cId="632641135" sldId="296"/>
            <ac:spMk id="2" creationId="{0314E83F-B50C-B702-E0C4-7BB3946D30BE}"/>
          </ac:spMkLst>
        </pc:spChg>
        <pc:picChg chg="mod">
          <ac:chgData name="Luis Miralles" userId="699e2c5a-5018-4326-8814-50a037852b20" providerId="ADAL" clId="{6D67F770-D5DF-7449-A815-A259A389EADC}" dt="2024-10-16T10:41:03.245" v="52" actId="1076"/>
          <ac:picMkLst>
            <pc:docMk/>
            <pc:sldMk cId="632641135" sldId="296"/>
            <ac:picMk id="3074" creationId="{54BEE5BB-622B-A644-EF19-03ADECD40381}"/>
          </ac:picMkLst>
        </pc:picChg>
      </pc:sldChg>
      <pc:sldChg chg="modSp mod">
        <pc:chgData name="Luis Miralles" userId="699e2c5a-5018-4326-8814-50a037852b20" providerId="ADAL" clId="{6D67F770-D5DF-7449-A815-A259A389EADC}" dt="2024-10-16T10:43:04.515" v="69" actId="1076"/>
        <pc:sldMkLst>
          <pc:docMk/>
          <pc:sldMk cId="1112216880" sldId="297"/>
        </pc:sldMkLst>
        <pc:spChg chg="mod">
          <ac:chgData name="Luis Miralles" userId="699e2c5a-5018-4326-8814-50a037852b20" providerId="ADAL" clId="{6D67F770-D5DF-7449-A815-A259A389EADC}" dt="2024-10-16T10:42:54.231" v="68" actId="14100"/>
          <ac:spMkLst>
            <pc:docMk/>
            <pc:sldMk cId="1112216880" sldId="297"/>
            <ac:spMk id="3" creationId="{3F20D5B2-DE6D-26A6-DCF2-0878E855533C}"/>
          </ac:spMkLst>
        </pc:spChg>
        <pc:picChg chg="mod">
          <ac:chgData name="Luis Miralles" userId="699e2c5a-5018-4326-8814-50a037852b20" providerId="ADAL" clId="{6D67F770-D5DF-7449-A815-A259A389EADC}" dt="2024-10-16T10:43:04.515" v="69" actId="1076"/>
          <ac:picMkLst>
            <pc:docMk/>
            <pc:sldMk cId="1112216880" sldId="297"/>
            <ac:picMk id="4" creationId="{E9F7F777-9DBE-331F-DE16-76D3B9204C27}"/>
          </ac:picMkLst>
        </pc:picChg>
      </pc:sldChg>
      <pc:sldChg chg="modSp mod">
        <pc:chgData name="Luis Miralles" userId="699e2c5a-5018-4326-8814-50a037852b20" providerId="ADAL" clId="{6D67F770-D5DF-7449-A815-A259A389EADC}" dt="2024-10-16T10:44:42.429" v="87" actId="403"/>
        <pc:sldMkLst>
          <pc:docMk/>
          <pc:sldMk cId="3088287911" sldId="299"/>
        </pc:sldMkLst>
        <pc:spChg chg="mod">
          <ac:chgData name="Luis Miralles" userId="699e2c5a-5018-4326-8814-50a037852b20" providerId="ADAL" clId="{6D67F770-D5DF-7449-A815-A259A389EADC}" dt="2024-10-16T10:44:42.429" v="87" actId="403"/>
          <ac:spMkLst>
            <pc:docMk/>
            <pc:sldMk cId="3088287911" sldId="299"/>
            <ac:spMk id="3" creationId="{9D7F910F-C50A-C805-DEB9-B97BD60F964D}"/>
          </ac:spMkLst>
        </pc:spChg>
      </pc:sldChg>
      <pc:sldChg chg="modSp mod">
        <pc:chgData name="Luis Miralles" userId="699e2c5a-5018-4326-8814-50a037852b20" providerId="ADAL" clId="{6D67F770-D5DF-7449-A815-A259A389EADC}" dt="2024-10-16T10:43:18.342" v="71" actId="1076"/>
        <pc:sldMkLst>
          <pc:docMk/>
          <pc:sldMk cId="1762564846" sldId="300"/>
        </pc:sldMkLst>
        <pc:spChg chg="mod">
          <ac:chgData name="Luis Miralles" userId="699e2c5a-5018-4326-8814-50a037852b20" providerId="ADAL" clId="{6D67F770-D5DF-7449-A815-A259A389EADC}" dt="2024-10-16T10:43:16.066" v="70" actId="1076"/>
          <ac:spMkLst>
            <pc:docMk/>
            <pc:sldMk cId="1762564846" sldId="300"/>
            <ac:spMk id="2" creationId="{B82B6346-5DB5-9CF3-89CC-012582F3EEA7}"/>
          </ac:spMkLst>
        </pc:spChg>
        <pc:spChg chg="mod">
          <ac:chgData name="Luis Miralles" userId="699e2c5a-5018-4326-8814-50a037852b20" providerId="ADAL" clId="{6D67F770-D5DF-7449-A815-A259A389EADC}" dt="2024-10-16T10:43:18.342" v="71" actId="1076"/>
          <ac:spMkLst>
            <pc:docMk/>
            <pc:sldMk cId="1762564846" sldId="300"/>
            <ac:spMk id="3" creationId="{228E2C74-E7C4-15E6-38FB-0D31FE6B2E9C}"/>
          </ac:spMkLst>
        </pc:spChg>
      </pc:sldChg>
      <pc:sldChg chg="modSp mod">
        <pc:chgData name="Luis Miralles" userId="699e2c5a-5018-4326-8814-50a037852b20" providerId="ADAL" clId="{6D67F770-D5DF-7449-A815-A259A389EADC}" dt="2024-10-16T10:43:41.011" v="72" actId="2710"/>
        <pc:sldMkLst>
          <pc:docMk/>
          <pc:sldMk cId="2816571865" sldId="302"/>
        </pc:sldMkLst>
        <pc:spChg chg="mod">
          <ac:chgData name="Luis Miralles" userId="699e2c5a-5018-4326-8814-50a037852b20" providerId="ADAL" clId="{6D67F770-D5DF-7449-A815-A259A389EADC}" dt="2024-10-16T10:43:41.011" v="72" actId="2710"/>
          <ac:spMkLst>
            <pc:docMk/>
            <pc:sldMk cId="2816571865" sldId="302"/>
            <ac:spMk id="3" creationId="{760E3F6B-9A80-E574-EF37-47D866E6FF36}"/>
          </ac:spMkLst>
        </pc:spChg>
      </pc:sldChg>
      <pc:sldChg chg="modSp mod">
        <pc:chgData name="Luis Miralles" userId="699e2c5a-5018-4326-8814-50a037852b20" providerId="ADAL" clId="{6D67F770-D5DF-7449-A815-A259A389EADC}" dt="2024-10-16T10:44:56.562" v="94" actId="403"/>
        <pc:sldMkLst>
          <pc:docMk/>
          <pc:sldMk cId="121989364" sldId="304"/>
        </pc:sldMkLst>
        <pc:spChg chg="mod">
          <ac:chgData name="Luis Miralles" userId="699e2c5a-5018-4326-8814-50a037852b20" providerId="ADAL" clId="{6D67F770-D5DF-7449-A815-A259A389EADC}" dt="2024-10-16T10:44:56.562" v="94" actId="403"/>
          <ac:spMkLst>
            <pc:docMk/>
            <pc:sldMk cId="121989364" sldId="304"/>
            <ac:spMk id="3" creationId="{9D7F910F-C50A-C805-DEB9-B97BD60F964D}"/>
          </ac:spMkLst>
        </pc:spChg>
      </pc:sldChg>
      <pc:sldChg chg="modSp mod">
        <pc:chgData name="Luis Miralles" userId="699e2c5a-5018-4326-8814-50a037852b20" providerId="ADAL" clId="{6D67F770-D5DF-7449-A815-A259A389EADC}" dt="2024-10-16T10:45:03.528" v="96" actId="27636"/>
        <pc:sldMkLst>
          <pc:docMk/>
          <pc:sldMk cId="396629259" sldId="305"/>
        </pc:sldMkLst>
        <pc:spChg chg="mod">
          <ac:chgData name="Luis Miralles" userId="699e2c5a-5018-4326-8814-50a037852b20" providerId="ADAL" clId="{6D67F770-D5DF-7449-A815-A259A389EADC}" dt="2024-10-16T10:45:03.528" v="96" actId="27636"/>
          <ac:spMkLst>
            <pc:docMk/>
            <pc:sldMk cId="396629259" sldId="305"/>
            <ac:spMk id="3" creationId="{9D7F910F-C50A-C805-DEB9-B97BD60F964D}"/>
          </ac:spMkLst>
        </pc:spChg>
      </pc:sldChg>
      <pc:sldChg chg="modSp mod">
        <pc:chgData name="Luis Miralles" userId="699e2c5a-5018-4326-8814-50a037852b20" providerId="ADAL" clId="{6D67F770-D5DF-7449-A815-A259A389EADC}" dt="2024-10-16T10:45:25.385" v="112"/>
        <pc:sldMkLst>
          <pc:docMk/>
          <pc:sldMk cId="376517130" sldId="306"/>
        </pc:sldMkLst>
        <pc:spChg chg="mod">
          <ac:chgData name="Luis Miralles" userId="699e2c5a-5018-4326-8814-50a037852b20" providerId="ADAL" clId="{6D67F770-D5DF-7449-A815-A259A389EADC}" dt="2024-10-16T10:45:25.385" v="112"/>
          <ac:spMkLst>
            <pc:docMk/>
            <pc:sldMk cId="376517130" sldId="306"/>
            <ac:spMk id="3" creationId="{9D7F910F-C50A-C805-DEB9-B97BD60F964D}"/>
          </ac:spMkLst>
        </pc:spChg>
      </pc:sldChg>
      <pc:sldChg chg="modSp mod">
        <pc:chgData name="Luis Miralles" userId="699e2c5a-5018-4326-8814-50a037852b20" providerId="ADAL" clId="{6D67F770-D5DF-7449-A815-A259A389EADC}" dt="2024-10-16T10:44:30.076" v="84" actId="114"/>
        <pc:sldMkLst>
          <pc:docMk/>
          <pc:sldMk cId="422429917" sldId="312"/>
        </pc:sldMkLst>
        <pc:spChg chg="mod">
          <ac:chgData name="Luis Miralles" userId="699e2c5a-5018-4326-8814-50a037852b20" providerId="ADAL" clId="{6D67F770-D5DF-7449-A815-A259A389EADC}" dt="2024-10-16T10:43:50.701" v="74" actId="14100"/>
          <ac:spMkLst>
            <pc:docMk/>
            <pc:sldMk cId="422429917" sldId="312"/>
            <ac:spMk id="2" creationId="{69542947-9DCE-FF60-8851-745A6D0F7DC3}"/>
          </ac:spMkLst>
        </pc:spChg>
        <pc:spChg chg="mod">
          <ac:chgData name="Luis Miralles" userId="699e2c5a-5018-4326-8814-50a037852b20" providerId="ADAL" clId="{6D67F770-D5DF-7449-A815-A259A389EADC}" dt="2024-10-16T10:44:30.076" v="84" actId="114"/>
          <ac:spMkLst>
            <pc:docMk/>
            <pc:sldMk cId="422429917" sldId="312"/>
            <ac:spMk id="6" creationId="{9A7787E4-B9F0-1ADA-BD42-665356EFB085}"/>
          </ac:spMkLst>
        </pc:spChg>
        <pc:picChg chg="mod">
          <ac:chgData name="Luis Miralles" userId="699e2c5a-5018-4326-8814-50a037852b20" providerId="ADAL" clId="{6D67F770-D5DF-7449-A815-A259A389EADC}" dt="2024-10-16T10:43:52.562" v="75" actId="1076"/>
          <ac:picMkLst>
            <pc:docMk/>
            <pc:sldMk cId="422429917" sldId="312"/>
            <ac:picMk id="2050" creationId="{AB817136-57A0-A134-CC2B-704CDD2DC1B3}"/>
          </ac:picMkLst>
        </pc:picChg>
      </pc:sldChg>
      <pc:sldChg chg="modSp mod">
        <pc:chgData name="Luis Miralles" userId="699e2c5a-5018-4326-8814-50a037852b20" providerId="ADAL" clId="{6D67F770-D5DF-7449-A815-A259A389EADC}" dt="2024-10-16T10:42:39.326" v="65" actId="108"/>
        <pc:sldMkLst>
          <pc:docMk/>
          <pc:sldMk cId="1056273375" sldId="314"/>
        </pc:sldMkLst>
        <pc:spChg chg="mod">
          <ac:chgData name="Luis Miralles" userId="699e2c5a-5018-4326-8814-50a037852b20" providerId="ADAL" clId="{6D67F770-D5DF-7449-A815-A259A389EADC}" dt="2024-10-16T10:42:31.527" v="64" actId="207"/>
          <ac:spMkLst>
            <pc:docMk/>
            <pc:sldMk cId="1056273375" sldId="314"/>
            <ac:spMk id="5" creationId="{081379AE-803D-4E1B-3917-BA6C35FA7EC7}"/>
          </ac:spMkLst>
        </pc:spChg>
        <pc:spChg chg="mod">
          <ac:chgData name="Luis Miralles" userId="699e2c5a-5018-4326-8814-50a037852b20" providerId="ADAL" clId="{6D67F770-D5DF-7449-A815-A259A389EADC}" dt="2024-10-16T10:42:39.326" v="65" actId="108"/>
          <ac:spMkLst>
            <pc:docMk/>
            <pc:sldMk cId="1056273375" sldId="314"/>
            <ac:spMk id="7" creationId="{58D3867E-DE47-29CA-468A-AB4000D31B74}"/>
          </ac:spMkLst>
        </pc:spChg>
      </pc:sldChg>
    </pc:docChg>
  </pc:docChgLst>
  <pc:docChgLst>
    <pc:chgData name="Luis Miralles" userId="699e2c5a-5018-4326-8814-50a037852b20" providerId="ADAL" clId="{08FC6FAB-3647-4043-8D37-2D37030BCAB4}"/>
    <pc:docChg chg="modSld">
      <pc:chgData name="Luis Miralles" userId="699e2c5a-5018-4326-8814-50a037852b20" providerId="ADAL" clId="{08FC6FAB-3647-4043-8D37-2D37030BCAB4}" dt="2024-09-30T13:27:44.548" v="1" actId="20577"/>
      <pc:docMkLst>
        <pc:docMk/>
      </pc:docMkLst>
      <pc:sldChg chg="modSp mod">
        <pc:chgData name="Luis Miralles" userId="699e2c5a-5018-4326-8814-50a037852b20" providerId="ADAL" clId="{08FC6FAB-3647-4043-8D37-2D37030BCAB4}" dt="2024-09-30T13:27:44.548" v="1" actId="20577"/>
        <pc:sldMkLst>
          <pc:docMk/>
          <pc:sldMk cId="2740838320" sldId="256"/>
        </pc:sldMkLst>
        <pc:spChg chg="mod">
          <ac:chgData name="Luis Miralles" userId="699e2c5a-5018-4326-8814-50a037852b20" providerId="ADAL" clId="{08FC6FAB-3647-4043-8D37-2D37030BCAB4}" dt="2024-09-30T13:27:44.548" v="1" actId="20577"/>
          <ac:spMkLst>
            <pc:docMk/>
            <pc:sldMk cId="2740838320" sldId="256"/>
            <ac:spMk id="6" creationId="{A59FA92C-B278-E264-6857-68AD13A165C3}"/>
          </ac:spMkLst>
        </pc:spChg>
      </pc:sldChg>
    </pc:docChg>
  </pc:docChgLst>
  <pc:docChgLst>
    <pc:chgData name="Luis Miralles" userId="699e2c5a-5018-4326-8814-50a037852b20" providerId="ADAL" clId="{547636D8-4BCD-4A41-B53E-7A4F46C60A1E}"/>
    <pc:docChg chg="custSel addSld delSld modSld">
      <pc:chgData name="Luis Miralles" userId="699e2c5a-5018-4326-8814-50a037852b20" providerId="ADAL" clId="{547636D8-4BCD-4A41-B53E-7A4F46C60A1E}" dt="2023-11-09T09:34:14.165" v="1647"/>
      <pc:docMkLst>
        <pc:docMk/>
      </pc:docMkLst>
      <pc:sldChg chg="modSp">
        <pc:chgData name="Luis Miralles" userId="699e2c5a-5018-4326-8814-50a037852b20" providerId="ADAL" clId="{547636D8-4BCD-4A41-B53E-7A4F46C60A1E}" dt="2023-10-30T07:15:46.738" v="1338" actId="14100"/>
        <pc:sldMkLst>
          <pc:docMk/>
          <pc:sldMk cId="2740838320" sldId="256"/>
        </pc:sldMkLst>
      </pc:sldChg>
      <pc:sldChg chg="modSp mod">
        <pc:chgData name="Luis Miralles" userId="699e2c5a-5018-4326-8814-50a037852b20" providerId="ADAL" clId="{547636D8-4BCD-4A41-B53E-7A4F46C60A1E}" dt="2023-11-09T09:34:14.165" v="1647"/>
        <pc:sldMkLst>
          <pc:docMk/>
          <pc:sldMk cId="1505644874" sldId="258"/>
        </pc:sldMkLst>
      </pc:sldChg>
      <pc:sldChg chg="modSp mod">
        <pc:chgData name="Luis Miralles" userId="699e2c5a-5018-4326-8814-50a037852b20" providerId="ADAL" clId="{547636D8-4BCD-4A41-B53E-7A4F46C60A1E}" dt="2023-11-06T17:58:39.119" v="1345" actId="20577"/>
        <pc:sldMkLst>
          <pc:docMk/>
          <pc:sldMk cId="4077141823" sldId="264"/>
        </pc:sldMkLst>
      </pc:sldChg>
      <pc:sldChg chg="modSp mod">
        <pc:chgData name="Luis Miralles" userId="699e2c5a-5018-4326-8814-50a037852b20" providerId="ADAL" clId="{547636D8-4BCD-4A41-B53E-7A4F46C60A1E}" dt="2023-11-09T09:26:26.491" v="1610" actId="207"/>
        <pc:sldMkLst>
          <pc:docMk/>
          <pc:sldMk cId="632641135" sldId="296"/>
        </pc:sldMkLst>
      </pc:sldChg>
      <pc:sldChg chg="modSp mod">
        <pc:chgData name="Luis Miralles" userId="699e2c5a-5018-4326-8814-50a037852b20" providerId="ADAL" clId="{547636D8-4BCD-4A41-B53E-7A4F46C60A1E}" dt="2023-11-09T09:27:09.144" v="1617" actId="1076"/>
        <pc:sldMkLst>
          <pc:docMk/>
          <pc:sldMk cId="1112216880" sldId="297"/>
        </pc:sldMkLst>
      </pc:sldChg>
      <pc:sldChg chg="modSp mod">
        <pc:chgData name="Luis Miralles" userId="699e2c5a-5018-4326-8814-50a037852b20" providerId="ADAL" clId="{547636D8-4BCD-4A41-B53E-7A4F46C60A1E}" dt="2023-11-09T09:27:23.455" v="1622" actId="1076"/>
        <pc:sldMkLst>
          <pc:docMk/>
          <pc:sldMk cId="2169665666" sldId="298"/>
        </pc:sldMkLst>
      </pc:sldChg>
      <pc:sldChg chg="modSp mod">
        <pc:chgData name="Luis Miralles" userId="699e2c5a-5018-4326-8814-50a037852b20" providerId="ADAL" clId="{547636D8-4BCD-4A41-B53E-7A4F46C60A1E}" dt="2023-11-09T09:27:44.273" v="1623" actId="12"/>
        <pc:sldMkLst>
          <pc:docMk/>
          <pc:sldMk cId="3088287911" sldId="299"/>
        </pc:sldMkLst>
      </pc:sldChg>
      <pc:sldChg chg="modSp del mod">
        <pc:chgData name="Luis Miralles" userId="699e2c5a-5018-4326-8814-50a037852b20" providerId="ADAL" clId="{547636D8-4BCD-4A41-B53E-7A4F46C60A1E}" dt="2023-10-30T06:47:28.657" v="1321" actId="2696"/>
        <pc:sldMkLst>
          <pc:docMk/>
          <pc:sldMk cId="1104382478" sldId="300"/>
        </pc:sldMkLst>
      </pc:sldChg>
      <pc:sldChg chg="add">
        <pc:chgData name="Luis Miralles" userId="699e2c5a-5018-4326-8814-50a037852b20" providerId="ADAL" clId="{547636D8-4BCD-4A41-B53E-7A4F46C60A1E}" dt="2023-10-30T06:47:36.769" v="1322"/>
        <pc:sldMkLst>
          <pc:docMk/>
          <pc:sldMk cId="1762564846" sldId="300"/>
        </pc:sldMkLst>
      </pc:sldChg>
      <pc:sldChg chg="addSp modSp del mod">
        <pc:chgData name="Luis Miralles" userId="699e2c5a-5018-4326-8814-50a037852b20" providerId="ADAL" clId="{547636D8-4BCD-4A41-B53E-7A4F46C60A1E}" dt="2023-10-30T06:47:28.657" v="1321" actId="2696"/>
        <pc:sldMkLst>
          <pc:docMk/>
          <pc:sldMk cId="2209487904" sldId="301"/>
        </pc:sldMkLst>
      </pc:sldChg>
      <pc:sldChg chg="add">
        <pc:chgData name="Luis Miralles" userId="699e2c5a-5018-4326-8814-50a037852b20" providerId="ADAL" clId="{547636D8-4BCD-4A41-B53E-7A4F46C60A1E}" dt="2023-10-30T06:47:36.769" v="1322"/>
        <pc:sldMkLst>
          <pc:docMk/>
          <pc:sldMk cId="2854294273" sldId="301"/>
        </pc:sldMkLst>
      </pc:sldChg>
      <pc:sldChg chg="modSp del mod">
        <pc:chgData name="Luis Miralles" userId="699e2c5a-5018-4326-8814-50a037852b20" providerId="ADAL" clId="{547636D8-4BCD-4A41-B53E-7A4F46C60A1E}" dt="2023-10-30T06:47:28.657" v="1321" actId="2696"/>
        <pc:sldMkLst>
          <pc:docMk/>
          <pc:sldMk cId="2409659962" sldId="302"/>
        </pc:sldMkLst>
      </pc:sldChg>
      <pc:sldChg chg="add">
        <pc:chgData name="Luis Miralles" userId="699e2c5a-5018-4326-8814-50a037852b20" providerId="ADAL" clId="{547636D8-4BCD-4A41-B53E-7A4F46C60A1E}" dt="2023-10-30T06:47:36.769" v="1322"/>
        <pc:sldMkLst>
          <pc:docMk/>
          <pc:sldMk cId="2816571865" sldId="302"/>
        </pc:sldMkLst>
      </pc:sldChg>
      <pc:sldChg chg="modSp mod">
        <pc:chgData name="Luis Miralles" userId="699e2c5a-5018-4326-8814-50a037852b20" providerId="ADAL" clId="{547636D8-4BCD-4A41-B53E-7A4F46C60A1E}" dt="2023-10-30T06:47:49.529" v="1326" actId="20577"/>
        <pc:sldMkLst>
          <pc:docMk/>
          <pc:sldMk cId="3638791995" sldId="303"/>
        </pc:sldMkLst>
      </pc:sldChg>
      <pc:sldChg chg="modSp mod">
        <pc:chgData name="Luis Miralles" userId="699e2c5a-5018-4326-8814-50a037852b20" providerId="ADAL" clId="{547636D8-4BCD-4A41-B53E-7A4F46C60A1E}" dt="2023-11-09T09:27:52.888" v="1625" actId="14100"/>
        <pc:sldMkLst>
          <pc:docMk/>
          <pc:sldMk cId="121989364" sldId="304"/>
        </pc:sldMkLst>
      </pc:sldChg>
      <pc:sldChg chg="modSp mod">
        <pc:chgData name="Luis Miralles" userId="699e2c5a-5018-4326-8814-50a037852b20" providerId="ADAL" clId="{547636D8-4BCD-4A41-B53E-7A4F46C60A1E}" dt="2023-11-09T09:33:30.574" v="1640" actId="12"/>
        <pc:sldMkLst>
          <pc:docMk/>
          <pc:sldMk cId="376517130" sldId="306"/>
        </pc:sldMkLst>
      </pc:sldChg>
      <pc:sldChg chg="modSp del mod">
        <pc:chgData name="Luis Miralles" userId="699e2c5a-5018-4326-8814-50a037852b20" providerId="ADAL" clId="{547636D8-4BCD-4A41-B53E-7A4F46C60A1E}" dt="2023-10-30T06:47:28.657" v="1321" actId="2696"/>
        <pc:sldMkLst>
          <pc:docMk/>
          <pc:sldMk cId="535198352" sldId="308"/>
        </pc:sldMkLst>
      </pc:sldChg>
      <pc:sldChg chg="modSp add mod">
        <pc:chgData name="Luis Miralles" userId="699e2c5a-5018-4326-8814-50a037852b20" providerId="ADAL" clId="{547636D8-4BCD-4A41-B53E-7A4F46C60A1E}" dt="2023-10-30T06:47:43.746" v="1324" actId="20577"/>
        <pc:sldMkLst>
          <pc:docMk/>
          <pc:sldMk cId="4029082004" sldId="308"/>
        </pc:sldMkLst>
      </pc:sldChg>
      <pc:sldChg chg="modSp new mod">
        <pc:chgData name="Luis Miralles" userId="699e2c5a-5018-4326-8814-50a037852b20" providerId="ADAL" clId="{547636D8-4BCD-4A41-B53E-7A4F46C60A1E}" dt="2023-11-09T09:33:39.279" v="1641" actId="1076"/>
        <pc:sldMkLst>
          <pc:docMk/>
          <pc:sldMk cId="2854302060" sldId="309"/>
        </pc:sldMkLst>
      </pc:sldChg>
      <pc:sldChg chg="addSp delSp modSp new del mod modClrScheme chgLayout">
        <pc:chgData name="Luis Miralles" userId="699e2c5a-5018-4326-8814-50a037852b20" providerId="ADAL" clId="{547636D8-4BCD-4A41-B53E-7A4F46C60A1E}" dt="2023-10-30T06:47:28.657" v="1321" actId="2696"/>
        <pc:sldMkLst>
          <pc:docMk/>
          <pc:sldMk cId="366150661" sldId="310"/>
        </pc:sldMkLst>
      </pc:sldChg>
      <pc:sldChg chg="add">
        <pc:chgData name="Luis Miralles" userId="699e2c5a-5018-4326-8814-50a037852b20" providerId="ADAL" clId="{547636D8-4BCD-4A41-B53E-7A4F46C60A1E}" dt="2023-10-30T06:47:36.769" v="1322"/>
        <pc:sldMkLst>
          <pc:docMk/>
          <pc:sldMk cId="1429187091" sldId="310"/>
        </pc:sldMkLst>
      </pc:sldChg>
      <pc:sldChg chg="addSp delSp modSp new del mod">
        <pc:chgData name="Luis Miralles" userId="699e2c5a-5018-4326-8814-50a037852b20" providerId="ADAL" clId="{547636D8-4BCD-4A41-B53E-7A4F46C60A1E}" dt="2023-10-30T06:47:28.657" v="1321" actId="2696"/>
        <pc:sldMkLst>
          <pc:docMk/>
          <pc:sldMk cId="2025944281" sldId="311"/>
        </pc:sldMkLst>
      </pc:sldChg>
      <pc:sldChg chg="add">
        <pc:chgData name="Luis Miralles" userId="699e2c5a-5018-4326-8814-50a037852b20" providerId="ADAL" clId="{547636D8-4BCD-4A41-B53E-7A4F46C60A1E}" dt="2023-10-30T06:47:36.769" v="1322"/>
        <pc:sldMkLst>
          <pc:docMk/>
          <pc:sldMk cId="3984209538" sldId="311"/>
        </pc:sldMkLst>
      </pc:sldChg>
      <pc:sldChg chg="add">
        <pc:chgData name="Luis Miralles" userId="699e2c5a-5018-4326-8814-50a037852b20" providerId="ADAL" clId="{547636D8-4BCD-4A41-B53E-7A4F46C60A1E}" dt="2023-10-30T06:47:36.769" v="1322"/>
        <pc:sldMkLst>
          <pc:docMk/>
          <pc:sldMk cId="422429917" sldId="312"/>
        </pc:sldMkLst>
      </pc:sldChg>
      <pc:sldChg chg="addSp delSp modSp new del mod">
        <pc:chgData name="Luis Miralles" userId="699e2c5a-5018-4326-8814-50a037852b20" providerId="ADAL" clId="{547636D8-4BCD-4A41-B53E-7A4F46C60A1E}" dt="2023-10-30T06:47:28.657" v="1321" actId="2696"/>
        <pc:sldMkLst>
          <pc:docMk/>
          <pc:sldMk cId="4284725655" sldId="312"/>
        </pc:sldMkLst>
      </pc:sldChg>
      <pc:sldChg chg="addSp delSp modSp new del mod">
        <pc:chgData name="Luis Miralles" userId="699e2c5a-5018-4326-8814-50a037852b20" providerId="ADAL" clId="{547636D8-4BCD-4A41-B53E-7A4F46C60A1E}" dt="2023-10-30T06:47:28.657" v="1321" actId="2696"/>
        <pc:sldMkLst>
          <pc:docMk/>
          <pc:sldMk cId="289278096" sldId="313"/>
        </pc:sldMkLst>
      </pc:sldChg>
      <pc:sldChg chg="add">
        <pc:chgData name="Luis Miralles" userId="699e2c5a-5018-4326-8814-50a037852b20" providerId="ADAL" clId="{547636D8-4BCD-4A41-B53E-7A4F46C60A1E}" dt="2023-10-30T06:47:36.769" v="1322"/>
        <pc:sldMkLst>
          <pc:docMk/>
          <pc:sldMk cId="4077866596" sldId="313"/>
        </pc:sldMkLst>
      </pc:sldChg>
      <pc:sldChg chg="addSp delSp modSp new mod">
        <pc:chgData name="Luis Miralles" userId="699e2c5a-5018-4326-8814-50a037852b20" providerId="ADAL" clId="{547636D8-4BCD-4A41-B53E-7A4F46C60A1E}" dt="2023-11-09T09:26:42.433" v="1611" actId="108"/>
        <pc:sldMkLst>
          <pc:docMk/>
          <pc:sldMk cId="1056273375" sldId="314"/>
        </pc:sldMkLst>
      </pc:sldChg>
    </pc:docChg>
  </pc:docChgLst>
  <pc:docChgLst>
    <pc:chgData name="Luis Miralles" userId="699e2c5a-5018-4326-8814-50a037852b20" providerId="ADAL" clId="{4784AC7F-D968-7646-B32F-52FCEEBD9E11}"/>
    <pc:docChg chg="undo custSel addSld modSld">
      <pc:chgData name="Luis Miralles" userId="699e2c5a-5018-4326-8814-50a037852b20" providerId="ADAL" clId="{4784AC7F-D968-7646-B32F-52FCEEBD9E11}" dt="2024-12-02T17:28:21.312" v="368"/>
      <pc:docMkLst>
        <pc:docMk/>
      </pc:docMkLst>
      <pc:sldChg chg="addSp delSp modSp mod">
        <pc:chgData name="Luis Miralles" userId="699e2c5a-5018-4326-8814-50a037852b20" providerId="ADAL" clId="{4784AC7F-D968-7646-B32F-52FCEEBD9E11}" dt="2024-12-02T17:28:21.312" v="368"/>
        <pc:sldMkLst>
          <pc:docMk/>
          <pc:sldMk cId="2740838320" sldId="256"/>
        </pc:sldMkLst>
        <pc:spChg chg="add mod">
          <ac:chgData name="Luis Miralles" userId="699e2c5a-5018-4326-8814-50a037852b20" providerId="ADAL" clId="{4784AC7F-D968-7646-B32F-52FCEEBD9E11}" dt="2024-12-02T17:28:21.312" v="368"/>
          <ac:spMkLst>
            <pc:docMk/>
            <pc:sldMk cId="2740838320" sldId="256"/>
            <ac:spMk id="2" creationId="{5C752570-A011-9D0A-2A5B-8F935A4EED98}"/>
          </ac:spMkLst>
        </pc:spChg>
        <pc:spChg chg="mod">
          <ac:chgData name="Luis Miralles" userId="699e2c5a-5018-4326-8814-50a037852b20" providerId="ADAL" clId="{4784AC7F-D968-7646-B32F-52FCEEBD9E11}" dt="2024-12-02T17:28:09.346" v="367" actId="1076"/>
          <ac:spMkLst>
            <pc:docMk/>
            <pc:sldMk cId="2740838320" sldId="256"/>
            <ac:spMk id="6" creationId="{A59FA92C-B278-E264-6857-68AD13A165C3}"/>
          </ac:spMkLst>
        </pc:spChg>
        <pc:picChg chg="add mod">
          <ac:chgData name="Luis Miralles" userId="699e2c5a-5018-4326-8814-50a037852b20" providerId="ADAL" clId="{4784AC7F-D968-7646-B32F-52FCEEBD9E11}" dt="2024-10-24T16:24:57.520" v="156" actId="1076"/>
          <ac:picMkLst>
            <pc:docMk/>
            <pc:sldMk cId="2740838320" sldId="256"/>
            <ac:picMk id="3" creationId="{5B5D40AC-D161-589A-D158-CB03427EF018}"/>
          </ac:picMkLst>
        </pc:picChg>
        <pc:picChg chg="add mod">
          <ac:chgData name="Luis Miralles" userId="699e2c5a-5018-4326-8814-50a037852b20" providerId="ADAL" clId="{4784AC7F-D968-7646-B32F-52FCEEBD9E11}" dt="2024-10-24T16:26:43.017" v="169" actId="1076"/>
          <ac:picMkLst>
            <pc:docMk/>
            <pc:sldMk cId="2740838320" sldId="256"/>
            <ac:picMk id="7" creationId="{217BEB3C-DED6-0EB7-4C5D-31F6B16FF17A}"/>
          </ac:picMkLst>
        </pc:picChg>
      </pc:sldChg>
      <pc:sldChg chg="modSp mod">
        <pc:chgData name="Luis Miralles" userId="699e2c5a-5018-4326-8814-50a037852b20" providerId="ADAL" clId="{4784AC7F-D968-7646-B32F-52FCEEBD9E11}" dt="2024-10-15T15:01:01.241" v="20" actId="27636"/>
        <pc:sldMkLst>
          <pc:docMk/>
          <pc:sldMk cId="1466989170" sldId="259"/>
        </pc:sldMkLst>
        <pc:spChg chg="mod">
          <ac:chgData name="Luis Miralles" userId="699e2c5a-5018-4326-8814-50a037852b20" providerId="ADAL" clId="{4784AC7F-D968-7646-B32F-52FCEEBD9E11}" dt="2024-10-15T15:01:01.241" v="20" actId="27636"/>
          <ac:spMkLst>
            <pc:docMk/>
            <pc:sldMk cId="1466989170" sldId="259"/>
            <ac:spMk id="3" creationId="{4C762297-828E-60D6-ED3C-7324FAA457E9}"/>
          </ac:spMkLst>
        </pc:spChg>
      </pc:sldChg>
      <pc:sldChg chg="modSp mod">
        <pc:chgData name="Luis Miralles" userId="699e2c5a-5018-4326-8814-50a037852b20" providerId="ADAL" clId="{4784AC7F-D968-7646-B32F-52FCEEBD9E11}" dt="2024-10-15T15:01:39.814" v="31" actId="14100"/>
        <pc:sldMkLst>
          <pc:docMk/>
          <pc:sldMk cId="616239847" sldId="263"/>
        </pc:sldMkLst>
        <pc:spChg chg="mod">
          <ac:chgData name="Luis Miralles" userId="699e2c5a-5018-4326-8814-50a037852b20" providerId="ADAL" clId="{4784AC7F-D968-7646-B32F-52FCEEBD9E11}" dt="2024-10-15T15:01:14.989" v="22" actId="1076"/>
          <ac:spMkLst>
            <pc:docMk/>
            <pc:sldMk cId="616239847" sldId="263"/>
            <ac:spMk id="2" creationId="{4BF2434E-68A1-123E-9CEE-E314152CF81F}"/>
          </ac:spMkLst>
        </pc:spChg>
        <pc:spChg chg="mod">
          <ac:chgData name="Luis Miralles" userId="699e2c5a-5018-4326-8814-50a037852b20" providerId="ADAL" clId="{4784AC7F-D968-7646-B32F-52FCEEBD9E11}" dt="2024-10-15T15:01:39.814" v="31" actId="14100"/>
          <ac:spMkLst>
            <pc:docMk/>
            <pc:sldMk cId="616239847" sldId="263"/>
            <ac:spMk id="3" creationId="{4A02C5CD-B3FD-99F0-04E3-AF8D6FAE9B08}"/>
          </ac:spMkLst>
        </pc:spChg>
      </pc:sldChg>
      <pc:sldChg chg="modSp mod">
        <pc:chgData name="Luis Miralles" userId="699e2c5a-5018-4326-8814-50a037852b20" providerId="ADAL" clId="{4784AC7F-D968-7646-B32F-52FCEEBD9E11}" dt="2024-10-15T15:01:56.808" v="36"/>
        <pc:sldMkLst>
          <pc:docMk/>
          <pc:sldMk cId="4077141823" sldId="264"/>
        </pc:sldMkLst>
        <pc:spChg chg="mod">
          <ac:chgData name="Luis Miralles" userId="699e2c5a-5018-4326-8814-50a037852b20" providerId="ADAL" clId="{4784AC7F-D968-7646-B32F-52FCEEBD9E11}" dt="2024-10-15T15:01:47.305" v="32" actId="14100"/>
          <ac:spMkLst>
            <pc:docMk/>
            <pc:sldMk cId="4077141823" sldId="264"/>
            <ac:spMk id="2" creationId="{3E5A0F7D-4A57-0764-2F7B-FA0E45625225}"/>
          </ac:spMkLst>
        </pc:spChg>
        <pc:spChg chg="mod">
          <ac:chgData name="Luis Miralles" userId="699e2c5a-5018-4326-8814-50a037852b20" providerId="ADAL" clId="{4784AC7F-D968-7646-B32F-52FCEEBD9E11}" dt="2024-10-15T15:01:56.808" v="36"/>
          <ac:spMkLst>
            <pc:docMk/>
            <pc:sldMk cId="4077141823" sldId="264"/>
            <ac:spMk id="3" creationId="{C6475948-4A37-4973-6212-5895937000FD}"/>
          </ac:spMkLst>
        </pc:spChg>
      </pc:sldChg>
      <pc:sldChg chg="modSp mod">
        <pc:chgData name="Luis Miralles" userId="699e2c5a-5018-4326-8814-50a037852b20" providerId="ADAL" clId="{4784AC7F-D968-7646-B32F-52FCEEBD9E11}" dt="2024-11-04T08:01:45.799" v="170" actId="2710"/>
        <pc:sldMkLst>
          <pc:docMk/>
          <pc:sldMk cId="1400718959" sldId="288"/>
        </pc:sldMkLst>
        <pc:spChg chg="mod">
          <ac:chgData name="Luis Miralles" userId="699e2c5a-5018-4326-8814-50a037852b20" providerId="ADAL" clId="{4784AC7F-D968-7646-B32F-52FCEEBD9E11}" dt="2024-11-04T08:01:45.799" v="170" actId="2710"/>
          <ac:spMkLst>
            <pc:docMk/>
            <pc:sldMk cId="1400718959" sldId="288"/>
            <ac:spMk id="3" creationId="{23BB88B1-B810-B684-1A87-FCD6D42BF19E}"/>
          </ac:spMkLst>
        </pc:spChg>
      </pc:sldChg>
      <pc:sldChg chg="addSp delSp modSp mod">
        <pc:chgData name="Luis Miralles" userId="699e2c5a-5018-4326-8814-50a037852b20" providerId="ADAL" clId="{4784AC7F-D968-7646-B32F-52FCEEBD9E11}" dt="2024-11-18T20:37:21.075" v="262" actId="14100"/>
        <pc:sldMkLst>
          <pc:docMk/>
          <pc:sldMk cId="347855745" sldId="293"/>
        </pc:sldMkLst>
        <pc:spChg chg="mod">
          <ac:chgData name="Luis Miralles" userId="699e2c5a-5018-4326-8814-50a037852b20" providerId="ADAL" clId="{4784AC7F-D968-7646-B32F-52FCEEBD9E11}" dt="2024-11-18T20:37:08.990" v="257" actId="14100"/>
          <ac:spMkLst>
            <pc:docMk/>
            <pc:sldMk cId="347855745" sldId="293"/>
            <ac:spMk id="3" creationId="{4481FE4F-3046-C29A-83AB-A9D2B2960B73}"/>
          </ac:spMkLst>
        </pc:spChg>
        <pc:picChg chg="add mod">
          <ac:chgData name="Luis Miralles" userId="699e2c5a-5018-4326-8814-50a037852b20" providerId="ADAL" clId="{4784AC7F-D968-7646-B32F-52FCEEBD9E11}" dt="2024-11-18T20:37:21.075" v="262" actId="14100"/>
          <ac:picMkLst>
            <pc:docMk/>
            <pc:sldMk cId="347855745" sldId="293"/>
            <ac:picMk id="1026" creationId="{0F847CB1-1663-5647-901A-694AF6177A1E}"/>
          </ac:picMkLst>
        </pc:picChg>
      </pc:sldChg>
      <pc:sldChg chg="modSp mod">
        <pc:chgData name="Luis Miralles" userId="699e2c5a-5018-4326-8814-50a037852b20" providerId="ADAL" clId="{4784AC7F-D968-7646-B32F-52FCEEBD9E11}" dt="2024-11-07T13:14:47.875" v="225" actId="113"/>
        <pc:sldMkLst>
          <pc:docMk/>
          <pc:sldMk cId="4145781174" sldId="294"/>
        </pc:sldMkLst>
        <pc:spChg chg="mod">
          <ac:chgData name="Luis Miralles" userId="699e2c5a-5018-4326-8814-50a037852b20" providerId="ADAL" clId="{4784AC7F-D968-7646-B32F-52FCEEBD9E11}" dt="2024-11-07T13:14:47.875" v="225" actId="113"/>
          <ac:spMkLst>
            <pc:docMk/>
            <pc:sldMk cId="4145781174" sldId="294"/>
            <ac:spMk id="3" creationId="{4C762297-828E-60D6-ED3C-7324FAA457E9}"/>
          </ac:spMkLst>
        </pc:spChg>
      </pc:sldChg>
      <pc:sldChg chg="modSp mod">
        <pc:chgData name="Luis Miralles" userId="699e2c5a-5018-4326-8814-50a037852b20" providerId="ADAL" clId="{4784AC7F-D968-7646-B32F-52FCEEBD9E11}" dt="2024-10-15T15:00:34.908" v="16" actId="27636"/>
        <pc:sldMkLst>
          <pc:docMk/>
          <pc:sldMk cId="3157314735" sldId="295"/>
        </pc:sldMkLst>
        <pc:spChg chg="mod">
          <ac:chgData name="Luis Miralles" userId="699e2c5a-5018-4326-8814-50a037852b20" providerId="ADAL" clId="{4784AC7F-D968-7646-B32F-52FCEEBD9E11}" dt="2024-10-15T15:00:34.908" v="16" actId="27636"/>
          <ac:spMkLst>
            <pc:docMk/>
            <pc:sldMk cId="3157314735" sldId="295"/>
            <ac:spMk id="3" creationId="{54EF06BD-0001-8B42-0AFD-B397303F0DD4}"/>
          </ac:spMkLst>
        </pc:spChg>
      </pc:sldChg>
      <pc:sldChg chg="addSp modSp mod">
        <pc:chgData name="Luis Miralles" userId="699e2c5a-5018-4326-8814-50a037852b20" providerId="ADAL" clId="{4784AC7F-D968-7646-B32F-52FCEEBD9E11}" dt="2024-11-07T13:16:00.647" v="247" actId="1076"/>
        <pc:sldMkLst>
          <pc:docMk/>
          <pc:sldMk cId="632641135" sldId="296"/>
        </pc:sldMkLst>
        <pc:spChg chg="add mod">
          <ac:chgData name="Luis Miralles" userId="699e2c5a-5018-4326-8814-50a037852b20" providerId="ADAL" clId="{4784AC7F-D968-7646-B32F-52FCEEBD9E11}" dt="2024-11-07T13:16:00.647" v="247" actId="1076"/>
          <ac:spMkLst>
            <pc:docMk/>
            <pc:sldMk cId="632641135" sldId="296"/>
            <ac:spMk id="5" creationId="{F925BA80-2332-28C3-29F4-428B918396A0}"/>
          </ac:spMkLst>
        </pc:spChg>
        <pc:picChg chg="mod">
          <ac:chgData name="Luis Miralles" userId="699e2c5a-5018-4326-8814-50a037852b20" providerId="ADAL" clId="{4784AC7F-D968-7646-B32F-52FCEEBD9E11}" dt="2024-11-07T13:15:20.534" v="226" actId="14100"/>
          <ac:picMkLst>
            <pc:docMk/>
            <pc:sldMk cId="632641135" sldId="296"/>
            <ac:picMk id="3074" creationId="{54BEE5BB-622B-A644-EF19-03ADECD40381}"/>
          </ac:picMkLst>
        </pc:picChg>
      </pc:sldChg>
      <pc:sldChg chg="modSp mod">
        <pc:chgData name="Luis Miralles" userId="699e2c5a-5018-4326-8814-50a037852b20" providerId="ADAL" clId="{4784AC7F-D968-7646-B32F-52FCEEBD9E11}" dt="2024-10-15T15:06:17.757" v="45" actId="27636"/>
        <pc:sldMkLst>
          <pc:docMk/>
          <pc:sldMk cId="1112216880" sldId="297"/>
        </pc:sldMkLst>
        <pc:spChg chg="mod">
          <ac:chgData name="Luis Miralles" userId="699e2c5a-5018-4326-8814-50a037852b20" providerId="ADAL" clId="{4784AC7F-D968-7646-B32F-52FCEEBD9E11}" dt="2024-10-15T15:06:17.757" v="45" actId="27636"/>
          <ac:spMkLst>
            <pc:docMk/>
            <pc:sldMk cId="1112216880" sldId="297"/>
            <ac:spMk id="3" creationId="{3F20D5B2-DE6D-26A6-DCF2-0878E855533C}"/>
          </ac:spMkLst>
        </pc:spChg>
      </pc:sldChg>
      <pc:sldChg chg="modSp mod">
        <pc:chgData name="Luis Miralles" userId="699e2c5a-5018-4326-8814-50a037852b20" providerId="ADAL" clId="{4784AC7F-D968-7646-B32F-52FCEEBD9E11}" dt="2024-10-15T15:06:42.123" v="50" actId="403"/>
        <pc:sldMkLst>
          <pc:docMk/>
          <pc:sldMk cId="2169665666" sldId="298"/>
        </pc:sldMkLst>
        <pc:spChg chg="mod">
          <ac:chgData name="Luis Miralles" userId="699e2c5a-5018-4326-8814-50a037852b20" providerId="ADAL" clId="{4784AC7F-D968-7646-B32F-52FCEEBD9E11}" dt="2024-10-15T15:06:42.123" v="50" actId="403"/>
          <ac:spMkLst>
            <pc:docMk/>
            <pc:sldMk cId="2169665666" sldId="298"/>
            <ac:spMk id="3" creationId="{41BC97A4-29AA-1B2D-F6CD-356B5E3259AC}"/>
          </ac:spMkLst>
        </pc:spChg>
      </pc:sldChg>
      <pc:sldChg chg="addSp modSp mod">
        <pc:chgData name="Luis Miralles" userId="699e2c5a-5018-4326-8814-50a037852b20" providerId="ADAL" clId="{4784AC7F-D968-7646-B32F-52FCEEBD9E11}" dt="2024-10-15T15:10:10.758" v="67" actId="1076"/>
        <pc:sldMkLst>
          <pc:docMk/>
          <pc:sldMk cId="3088287911" sldId="299"/>
        </pc:sldMkLst>
        <pc:spChg chg="mod">
          <ac:chgData name="Luis Miralles" userId="699e2c5a-5018-4326-8814-50a037852b20" providerId="ADAL" clId="{4784AC7F-D968-7646-B32F-52FCEEBD9E11}" dt="2024-10-15T15:08:17.970" v="65" actId="14100"/>
          <ac:spMkLst>
            <pc:docMk/>
            <pc:sldMk cId="3088287911" sldId="299"/>
            <ac:spMk id="3" creationId="{9D7F910F-C50A-C805-DEB9-B97BD60F964D}"/>
          </ac:spMkLst>
        </pc:spChg>
        <pc:picChg chg="add mod">
          <ac:chgData name="Luis Miralles" userId="699e2c5a-5018-4326-8814-50a037852b20" providerId="ADAL" clId="{4784AC7F-D968-7646-B32F-52FCEEBD9E11}" dt="2024-10-15T15:10:10.758" v="67" actId="1076"/>
          <ac:picMkLst>
            <pc:docMk/>
            <pc:sldMk cId="3088287911" sldId="299"/>
            <ac:picMk id="5" creationId="{97A546D4-5A66-3AB8-D39C-0F78761A5FBC}"/>
          </ac:picMkLst>
        </pc:picChg>
      </pc:sldChg>
      <pc:sldChg chg="modSp mod">
        <pc:chgData name="Luis Miralles" userId="699e2c5a-5018-4326-8814-50a037852b20" providerId="ADAL" clId="{4784AC7F-D968-7646-B32F-52FCEEBD9E11}" dt="2024-10-15T15:06:58.425" v="52" actId="403"/>
        <pc:sldMkLst>
          <pc:docMk/>
          <pc:sldMk cId="1762564846" sldId="300"/>
        </pc:sldMkLst>
        <pc:spChg chg="mod">
          <ac:chgData name="Luis Miralles" userId="699e2c5a-5018-4326-8814-50a037852b20" providerId="ADAL" clId="{4784AC7F-D968-7646-B32F-52FCEEBD9E11}" dt="2024-10-15T15:06:58.425" v="52" actId="403"/>
          <ac:spMkLst>
            <pc:docMk/>
            <pc:sldMk cId="1762564846" sldId="300"/>
            <ac:spMk id="3" creationId="{228E2C74-E7C4-15E6-38FB-0D31FE6B2E9C}"/>
          </ac:spMkLst>
        </pc:spChg>
      </pc:sldChg>
      <pc:sldChg chg="modSp mod">
        <pc:chgData name="Luis Miralles" userId="699e2c5a-5018-4326-8814-50a037852b20" providerId="ADAL" clId="{4784AC7F-D968-7646-B32F-52FCEEBD9E11}" dt="2024-10-15T15:07:38.217" v="60" actId="207"/>
        <pc:sldMkLst>
          <pc:docMk/>
          <pc:sldMk cId="2854294273" sldId="301"/>
        </pc:sldMkLst>
        <pc:spChg chg="mod">
          <ac:chgData name="Luis Miralles" userId="699e2c5a-5018-4326-8814-50a037852b20" providerId="ADAL" clId="{4784AC7F-D968-7646-B32F-52FCEEBD9E11}" dt="2024-10-15T15:07:29.219" v="58" actId="403"/>
          <ac:spMkLst>
            <pc:docMk/>
            <pc:sldMk cId="2854294273" sldId="301"/>
            <ac:spMk id="3" creationId="{228E2C74-E7C4-15E6-38FB-0D31FE6B2E9C}"/>
          </ac:spMkLst>
        </pc:spChg>
        <pc:spChg chg="mod">
          <ac:chgData name="Luis Miralles" userId="699e2c5a-5018-4326-8814-50a037852b20" providerId="ADAL" clId="{4784AC7F-D968-7646-B32F-52FCEEBD9E11}" dt="2024-10-15T15:07:38.217" v="60" actId="207"/>
          <ac:spMkLst>
            <pc:docMk/>
            <pc:sldMk cId="2854294273" sldId="301"/>
            <ac:spMk id="5" creationId="{D0DF0A9E-61BF-A100-8903-CA7FB2930634}"/>
          </ac:spMkLst>
        </pc:spChg>
        <pc:spChg chg="mod">
          <ac:chgData name="Luis Miralles" userId="699e2c5a-5018-4326-8814-50a037852b20" providerId="ADAL" clId="{4784AC7F-D968-7646-B32F-52FCEEBD9E11}" dt="2024-10-15T15:07:35.562" v="59" actId="207"/>
          <ac:spMkLst>
            <pc:docMk/>
            <pc:sldMk cId="2854294273" sldId="301"/>
            <ac:spMk id="7" creationId="{45E8614E-1AB3-B434-4E22-F9039FAD299A}"/>
          </ac:spMkLst>
        </pc:spChg>
      </pc:sldChg>
      <pc:sldChg chg="modSp mod">
        <pc:chgData name="Luis Miralles" userId="699e2c5a-5018-4326-8814-50a037852b20" providerId="ADAL" clId="{4784AC7F-D968-7646-B32F-52FCEEBD9E11}" dt="2024-10-15T15:23:39.450" v="98" actId="27636"/>
        <pc:sldMkLst>
          <pc:docMk/>
          <pc:sldMk cId="2816571865" sldId="302"/>
        </pc:sldMkLst>
        <pc:spChg chg="mod">
          <ac:chgData name="Luis Miralles" userId="699e2c5a-5018-4326-8814-50a037852b20" providerId="ADAL" clId="{4784AC7F-D968-7646-B32F-52FCEEBD9E11}" dt="2024-10-15T15:23:39.450" v="98" actId="27636"/>
          <ac:spMkLst>
            <pc:docMk/>
            <pc:sldMk cId="2816571865" sldId="302"/>
            <ac:spMk id="3" creationId="{760E3F6B-9A80-E574-EF37-47D866E6FF36}"/>
          </ac:spMkLst>
        </pc:spChg>
      </pc:sldChg>
      <pc:sldChg chg="addSp modSp mod">
        <pc:chgData name="Luis Miralles" userId="699e2c5a-5018-4326-8814-50a037852b20" providerId="ADAL" clId="{4784AC7F-D968-7646-B32F-52FCEEBD9E11}" dt="2024-10-24T16:23:31.607" v="150" actId="27636"/>
        <pc:sldMkLst>
          <pc:docMk/>
          <pc:sldMk cId="121989364" sldId="304"/>
        </pc:sldMkLst>
        <pc:spChg chg="mod">
          <ac:chgData name="Luis Miralles" userId="699e2c5a-5018-4326-8814-50a037852b20" providerId="ADAL" clId="{4784AC7F-D968-7646-B32F-52FCEEBD9E11}" dt="2024-10-24T16:23:31.607" v="150" actId="27636"/>
          <ac:spMkLst>
            <pc:docMk/>
            <pc:sldMk cId="121989364" sldId="304"/>
            <ac:spMk id="3" creationId="{9D7F910F-C50A-C805-DEB9-B97BD60F964D}"/>
          </ac:spMkLst>
        </pc:spChg>
        <pc:picChg chg="add mod">
          <ac:chgData name="Luis Miralles" userId="699e2c5a-5018-4326-8814-50a037852b20" providerId="ADAL" clId="{4784AC7F-D968-7646-B32F-52FCEEBD9E11}" dt="2024-10-15T15:14:56.039" v="71" actId="1076"/>
          <ac:picMkLst>
            <pc:docMk/>
            <pc:sldMk cId="121989364" sldId="304"/>
            <ac:picMk id="5" creationId="{891CC604-CDF8-5A18-30C1-591A7D71AD92}"/>
          </ac:picMkLst>
        </pc:picChg>
      </pc:sldChg>
      <pc:sldChg chg="addSp delSp modSp mod">
        <pc:chgData name="Luis Miralles" userId="699e2c5a-5018-4326-8814-50a037852b20" providerId="ADAL" clId="{4784AC7F-D968-7646-B32F-52FCEEBD9E11}" dt="2024-10-24T16:23:24.928" v="148" actId="27636"/>
        <pc:sldMkLst>
          <pc:docMk/>
          <pc:sldMk cId="396629259" sldId="305"/>
        </pc:sldMkLst>
        <pc:spChg chg="mod">
          <ac:chgData name="Luis Miralles" userId="699e2c5a-5018-4326-8814-50a037852b20" providerId="ADAL" clId="{4784AC7F-D968-7646-B32F-52FCEEBD9E11}" dt="2024-10-24T16:23:24.928" v="148" actId="27636"/>
          <ac:spMkLst>
            <pc:docMk/>
            <pc:sldMk cId="396629259" sldId="305"/>
            <ac:spMk id="3" creationId="{9D7F910F-C50A-C805-DEB9-B97BD60F964D}"/>
          </ac:spMkLst>
        </pc:spChg>
        <pc:picChg chg="add mod">
          <ac:chgData name="Luis Miralles" userId="699e2c5a-5018-4326-8814-50a037852b20" providerId="ADAL" clId="{4784AC7F-D968-7646-B32F-52FCEEBD9E11}" dt="2024-10-15T15:16:46.200" v="87" actId="1076"/>
          <ac:picMkLst>
            <pc:docMk/>
            <pc:sldMk cId="396629259" sldId="305"/>
            <ac:picMk id="6" creationId="{ACDD3BCD-D687-31F4-EBBF-9ACC4AACD8DF}"/>
          </ac:picMkLst>
        </pc:picChg>
      </pc:sldChg>
      <pc:sldChg chg="addSp modSp mod">
        <pc:chgData name="Luis Miralles" userId="699e2c5a-5018-4326-8814-50a037852b20" providerId="ADAL" clId="{4784AC7F-D968-7646-B32F-52FCEEBD9E11}" dt="2024-10-15T15:23:27.382" v="96" actId="1076"/>
        <pc:sldMkLst>
          <pc:docMk/>
          <pc:sldMk cId="376517130" sldId="306"/>
        </pc:sldMkLst>
        <pc:spChg chg="mod">
          <ac:chgData name="Luis Miralles" userId="699e2c5a-5018-4326-8814-50a037852b20" providerId="ADAL" clId="{4784AC7F-D968-7646-B32F-52FCEEBD9E11}" dt="2024-10-15T15:23:24.341" v="95" actId="403"/>
          <ac:spMkLst>
            <pc:docMk/>
            <pc:sldMk cId="376517130" sldId="306"/>
            <ac:spMk id="3" creationId="{9D7F910F-C50A-C805-DEB9-B97BD60F964D}"/>
          </ac:spMkLst>
        </pc:spChg>
        <pc:picChg chg="add mod">
          <ac:chgData name="Luis Miralles" userId="699e2c5a-5018-4326-8814-50a037852b20" providerId="ADAL" clId="{4784AC7F-D968-7646-B32F-52FCEEBD9E11}" dt="2024-10-15T15:23:27.382" v="96" actId="1076"/>
          <ac:picMkLst>
            <pc:docMk/>
            <pc:sldMk cId="376517130" sldId="306"/>
            <ac:picMk id="5" creationId="{EA9876C7-6212-79D7-150C-486F4331ED18}"/>
          </ac:picMkLst>
        </pc:picChg>
      </pc:sldChg>
      <pc:sldChg chg="modSp mod">
        <pc:chgData name="Luis Miralles" userId="699e2c5a-5018-4326-8814-50a037852b20" providerId="ADAL" clId="{4784AC7F-D968-7646-B32F-52FCEEBD9E11}" dt="2024-11-04T08:02:54.071" v="180" actId="1076"/>
        <pc:sldMkLst>
          <pc:docMk/>
          <pc:sldMk cId="2854302060" sldId="309"/>
        </pc:sldMkLst>
        <pc:spChg chg="mod">
          <ac:chgData name="Luis Miralles" userId="699e2c5a-5018-4326-8814-50a037852b20" providerId="ADAL" clId="{4784AC7F-D968-7646-B32F-52FCEEBD9E11}" dt="2024-11-04T08:02:54.071" v="180" actId="1076"/>
          <ac:spMkLst>
            <pc:docMk/>
            <pc:sldMk cId="2854302060" sldId="309"/>
            <ac:spMk id="2" creationId="{DFCC1F7E-5780-61DF-16E0-A58D432A3D3A}"/>
          </ac:spMkLst>
        </pc:spChg>
        <pc:spChg chg="mod">
          <ac:chgData name="Luis Miralles" userId="699e2c5a-5018-4326-8814-50a037852b20" providerId="ADAL" clId="{4784AC7F-D968-7646-B32F-52FCEEBD9E11}" dt="2024-11-04T08:02:47.924" v="178" actId="114"/>
          <ac:spMkLst>
            <pc:docMk/>
            <pc:sldMk cId="2854302060" sldId="309"/>
            <ac:spMk id="3" creationId="{B2149928-7B61-C0B2-E461-03540AD9C1AB}"/>
          </ac:spMkLst>
        </pc:spChg>
      </pc:sldChg>
      <pc:sldChg chg="modSp mod">
        <pc:chgData name="Luis Miralles" userId="699e2c5a-5018-4326-8814-50a037852b20" providerId="ADAL" clId="{4784AC7F-D968-7646-B32F-52FCEEBD9E11}" dt="2024-10-15T15:23:48.589" v="102" actId="403"/>
        <pc:sldMkLst>
          <pc:docMk/>
          <pc:sldMk cId="1429187091" sldId="310"/>
        </pc:sldMkLst>
        <pc:spChg chg="mod">
          <ac:chgData name="Luis Miralles" userId="699e2c5a-5018-4326-8814-50a037852b20" providerId="ADAL" clId="{4784AC7F-D968-7646-B32F-52FCEEBD9E11}" dt="2024-10-15T15:23:48.589" v="102" actId="403"/>
          <ac:spMkLst>
            <pc:docMk/>
            <pc:sldMk cId="1429187091" sldId="310"/>
            <ac:spMk id="2" creationId="{E54C01D5-E7EA-6C55-FDB4-C8AF8D3727A8}"/>
          </ac:spMkLst>
        </pc:spChg>
      </pc:sldChg>
      <pc:sldChg chg="modSp mod">
        <pc:chgData name="Luis Miralles" userId="699e2c5a-5018-4326-8814-50a037852b20" providerId="ADAL" clId="{4784AC7F-D968-7646-B32F-52FCEEBD9E11}" dt="2024-10-15T15:07:10.271" v="54" actId="1076"/>
        <pc:sldMkLst>
          <pc:docMk/>
          <pc:sldMk cId="3984209538" sldId="311"/>
        </pc:sldMkLst>
        <pc:spChg chg="mod">
          <ac:chgData name="Luis Miralles" userId="699e2c5a-5018-4326-8814-50a037852b20" providerId="ADAL" clId="{4784AC7F-D968-7646-B32F-52FCEEBD9E11}" dt="2024-10-15T15:07:07.946" v="53" actId="1076"/>
          <ac:spMkLst>
            <pc:docMk/>
            <pc:sldMk cId="3984209538" sldId="311"/>
            <ac:spMk id="8" creationId="{9A76BA14-9EFC-D689-DBD5-7DD7D97316BE}"/>
          </ac:spMkLst>
        </pc:spChg>
        <pc:spChg chg="mod">
          <ac:chgData name="Luis Miralles" userId="699e2c5a-5018-4326-8814-50a037852b20" providerId="ADAL" clId="{4784AC7F-D968-7646-B32F-52FCEEBD9E11}" dt="2024-10-15T15:07:10.271" v="54" actId="1076"/>
          <ac:spMkLst>
            <pc:docMk/>
            <pc:sldMk cId="3984209538" sldId="311"/>
            <ac:spMk id="9" creationId="{F449D86B-F2C4-7561-78FB-629943075CFA}"/>
          </ac:spMkLst>
        </pc:spChg>
      </pc:sldChg>
      <pc:sldChg chg="modSp mod">
        <pc:chgData name="Luis Miralles" userId="699e2c5a-5018-4326-8814-50a037852b20" providerId="ADAL" clId="{4784AC7F-D968-7646-B32F-52FCEEBD9E11}" dt="2024-11-07T13:38:10.188" v="256" actId="14100"/>
        <pc:sldMkLst>
          <pc:docMk/>
          <pc:sldMk cId="4077866596" sldId="313"/>
        </pc:sldMkLst>
        <pc:spChg chg="mod">
          <ac:chgData name="Luis Miralles" userId="699e2c5a-5018-4326-8814-50a037852b20" providerId="ADAL" clId="{4784AC7F-D968-7646-B32F-52FCEEBD9E11}" dt="2024-10-15T15:24:16.943" v="146" actId="20577"/>
          <ac:spMkLst>
            <pc:docMk/>
            <pc:sldMk cId="4077866596" sldId="313"/>
            <ac:spMk id="2" creationId="{B5B6509D-CD41-941C-0FE7-9008FD04DB5F}"/>
          </ac:spMkLst>
        </pc:spChg>
        <pc:picChg chg="mod">
          <ac:chgData name="Luis Miralles" userId="699e2c5a-5018-4326-8814-50a037852b20" providerId="ADAL" clId="{4784AC7F-D968-7646-B32F-52FCEEBD9E11}" dt="2024-11-07T13:38:10.188" v="256" actId="14100"/>
          <ac:picMkLst>
            <pc:docMk/>
            <pc:sldMk cId="4077866596" sldId="313"/>
            <ac:picMk id="5" creationId="{9BD5CCA6-BD62-0E9D-E117-CE0A141DA478}"/>
          </ac:picMkLst>
        </pc:picChg>
      </pc:sldChg>
      <pc:sldChg chg="modSp mod">
        <pc:chgData name="Luis Miralles" userId="699e2c5a-5018-4326-8814-50a037852b20" providerId="ADAL" clId="{4784AC7F-D968-7646-B32F-52FCEEBD9E11}" dt="2024-10-24T16:23:48.295" v="152" actId="207"/>
        <pc:sldMkLst>
          <pc:docMk/>
          <pc:sldMk cId="1056273375" sldId="314"/>
        </pc:sldMkLst>
        <pc:spChg chg="mod">
          <ac:chgData name="Luis Miralles" userId="699e2c5a-5018-4326-8814-50a037852b20" providerId="ADAL" clId="{4784AC7F-D968-7646-B32F-52FCEEBD9E11}" dt="2024-10-24T16:23:45.123" v="151" actId="207"/>
          <ac:spMkLst>
            <pc:docMk/>
            <pc:sldMk cId="1056273375" sldId="314"/>
            <ac:spMk id="5" creationId="{081379AE-803D-4E1B-3917-BA6C35FA7EC7}"/>
          </ac:spMkLst>
        </pc:spChg>
        <pc:spChg chg="mod">
          <ac:chgData name="Luis Miralles" userId="699e2c5a-5018-4326-8814-50a037852b20" providerId="ADAL" clId="{4784AC7F-D968-7646-B32F-52FCEEBD9E11}" dt="2024-10-24T16:23:48.295" v="152" actId="207"/>
          <ac:spMkLst>
            <pc:docMk/>
            <pc:sldMk cId="1056273375" sldId="314"/>
            <ac:spMk id="7" creationId="{58D3867E-DE47-29CA-468A-AB4000D31B74}"/>
          </ac:spMkLst>
        </pc:spChg>
      </pc:sldChg>
      <pc:sldChg chg="addSp delSp modSp new mod modClrScheme chgLayout">
        <pc:chgData name="Luis Miralles" userId="699e2c5a-5018-4326-8814-50a037852b20" providerId="ADAL" clId="{4784AC7F-D968-7646-B32F-52FCEEBD9E11}" dt="2024-11-07T13:37:55.526" v="253" actId="1036"/>
        <pc:sldMkLst>
          <pc:docMk/>
          <pc:sldMk cId="350863154" sldId="315"/>
        </pc:sldMkLst>
        <pc:spChg chg="mod ord">
          <ac:chgData name="Luis Miralles" userId="699e2c5a-5018-4326-8814-50a037852b20" providerId="ADAL" clId="{4784AC7F-D968-7646-B32F-52FCEEBD9E11}" dt="2024-11-07T11:21:10.463" v="186" actId="700"/>
          <ac:spMkLst>
            <pc:docMk/>
            <pc:sldMk cId="350863154" sldId="315"/>
            <ac:spMk id="4" creationId="{DE64F544-0EC7-C126-DD08-A4A43A995E05}"/>
          </ac:spMkLst>
        </pc:spChg>
        <pc:spChg chg="add mod">
          <ac:chgData name="Luis Miralles" userId="699e2c5a-5018-4326-8814-50a037852b20" providerId="ADAL" clId="{4784AC7F-D968-7646-B32F-52FCEEBD9E11}" dt="2024-11-07T11:22:02.252" v="224" actId="20577"/>
          <ac:spMkLst>
            <pc:docMk/>
            <pc:sldMk cId="350863154" sldId="315"/>
            <ac:spMk id="5" creationId="{AF42B0EF-53A1-A1A6-D95E-9BFBA2CA704C}"/>
          </ac:spMkLst>
        </pc:spChg>
        <pc:picChg chg="add mod">
          <ac:chgData name="Luis Miralles" userId="699e2c5a-5018-4326-8814-50a037852b20" providerId="ADAL" clId="{4784AC7F-D968-7646-B32F-52FCEEBD9E11}" dt="2024-11-07T13:37:55.526" v="253" actId="1036"/>
          <ac:picMkLst>
            <pc:docMk/>
            <pc:sldMk cId="350863154" sldId="315"/>
            <ac:picMk id="1026" creationId="{8A41208D-1BA9-CF6A-527F-E5C10A6A1F7A}"/>
          </ac:picMkLst>
        </pc:picChg>
      </pc:sldChg>
      <pc:sldChg chg="modSp new mod">
        <pc:chgData name="Luis Miralles" userId="699e2c5a-5018-4326-8814-50a037852b20" providerId="ADAL" clId="{4784AC7F-D968-7646-B32F-52FCEEBD9E11}" dt="2024-11-18T20:37:53.144" v="297" actId="20577"/>
        <pc:sldMkLst>
          <pc:docMk/>
          <pc:sldMk cId="2177276807" sldId="316"/>
        </pc:sldMkLst>
        <pc:spChg chg="mod">
          <ac:chgData name="Luis Miralles" userId="699e2c5a-5018-4326-8814-50a037852b20" providerId="ADAL" clId="{4784AC7F-D968-7646-B32F-52FCEEBD9E11}" dt="2024-11-18T20:37:53.144" v="297" actId="20577"/>
          <ac:spMkLst>
            <pc:docMk/>
            <pc:sldMk cId="2177276807" sldId="316"/>
            <ac:spMk id="2" creationId="{822641A4-B6EB-FC9D-FF04-9D85AE2B48BC}"/>
          </ac:spMkLst>
        </pc:spChg>
      </pc:sldChg>
      <pc:sldChg chg="modSp new mod">
        <pc:chgData name="Luis Miralles" userId="699e2c5a-5018-4326-8814-50a037852b20" providerId="ADAL" clId="{4784AC7F-D968-7646-B32F-52FCEEBD9E11}" dt="2024-11-18T20:42:11.570" v="366" actId="1076"/>
        <pc:sldMkLst>
          <pc:docMk/>
          <pc:sldMk cId="1665625583" sldId="317"/>
        </pc:sldMkLst>
        <pc:spChg chg="mod">
          <ac:chgData name="Luis Miralles" userId="699e2c5a-5018-4326-8814-50a037852b20" providerId="ADAL" clId="{4784AC7F-D968-7646-B32F-52FCEEBD9E11}" dt="2024-11-18T20:42:09.875" v="365" actId="1076"/>
          <ac:spMkLst>
            <pc:docMk/>
            <pc:sldMk cId="1665625583" sldId="317"/>
            <ac:spMk id="2" creationId="{E298B509-4FCE-D228-27C3-A6E77969FE31}"/>
          </ac:spMkLst>
        </pc:spChg>
        <pc:spChg chg="mod">
          <ac:chgData name="Luis Miralles" userId="699e2c5a-5018-4326-8814-50a037852b20" providerId="ADAL" clId="{4784AC7F-D968-7646-B32F-52FCEEBD9E11}" dt="2024-11-18T20:42:11.570" v="366" actId="1076"/>
          <ac:spMkLst>
            <pc:docMk/>
            <pc:sldMk cId="1665625583" sldId="317"/>
            <ac:spMk id="3" creationId="{5E2607BA-B9F9-F151-B2BB-548B3ECE79D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31D101-FE02-E795-4EE3-6B3F37B9EC6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a:extLst>
              <a:ext uri="{FF2B5EF4-FFF2-40B4-BE49-F238E27FC236}">
                <a16:creationId xmlns:a16="http://schemas.microsoft.com/office/drawing/2014/main" id="{356C3D61-E3D4-89C3-BB4F-A01897E55FE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251FD8B-C127-42E1-A677-7DBB302F0765}" type="datetimeFigureOut">
              <a:rPr lang="en-IE" smtClean="0"/>
              <a:t>02/12/2024</a:t>
            </a:fld>
            <a:endParaRPr lang="en-IE"/>
          </a:p>
        </p:txBody>
      </p:sp>
      <p:sp>
        <p:nvSpPr>
          <p:cNvPr id="4" name="Footer Placeholder 3">
            <a:extLst>
              <a:ext uri="{FF2B5EF4-FFF2-40B4-BE49-F238E27FC236}">
                <a16:creationId xmlns:a16="http://schemas.microsoft.com/office/drawing/2014/main" id="{2B8CD473-5FD1-F8B8-7E9F-EB7E9BD1976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5" name="Slide Number Placeholder 4">
            <a:extLst>
              <a:ext uri="{FF2B5EF4-FFF2-40B4-BE49-F238E27FC236}">
                <a16:creationId xmlns:a16="http://schemas.microsoft.com/office/drawing/2014/main" id="{832D633F-F6F6-60E8-1E0F-503DA71BC5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03F9A04-B69E-4EE9-9A07-C5FD8C1409B6}" type="slidenum">
              <a:rPr lang="en-IE" smtClean="0"/>
              <a:t>‹#›</a:t>
            </a:fld>
            <a:endParaRPr lang="en-IE"/>
          </a:p>
        </p:txBody>
      </p:sp>
    </p:spTree>
    <p:extLst>
      <p:ext uri="{BB962C8B-B14F-4D97-AF65-F5344CB8AC3E}">
        <p14:creationId xmlns:p14="http://schemas.microsoft.com/office/powerpoint/2010/main" val="8492132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D00596-B5EC-404C-A3E5-7C34F07C3CB7}" type="datetimeFigureOut">
              <a:rPr lang="en-GB" smtClean="0"/>
              <a:t>02/12/2024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71F3FA-EEE6-4008-963E-F78DCEBB9B6C}" type="slidenum">
              <a:rPr lang="en-GB" smtClean="0"/>
              <a:t>‹#›</a:t>
            </a:fld>
            <a:endParaRPr lang="en-GB"/>
          </a:p>
        </p:txBody>
      </p:sp>
    </p:spTree>
    <p:extLst>
      <p:ext uri="{BB962C8B-B14F-4D97-AF65-F5344CB8AC3E}">
        <p14:creationId xmlns:p14="http://schemas.microsoft.com/office/powerpoint/2010/main" val="29693300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1</a:t>
            </a:fld>
            <a:endParaRPr lang="en-GB"/>
          </a:p>
        </p:txBody>
      </p:sp>
    </p:spTree>
    <p:extLst>
      <p:ext uri="{BB962C8B-B14F-4D97-AF65-F5344CB8AC3E}">
        <p14:creationId xmlns:p14="http://schemas.microsoft.com/office/powerpoint/2010/main" val="15894984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2</a:t>
            </a:fld>
            <a:endParaRPr lang="en-GB"/>
          </a:p>
        </p:txBody>
      </p:sp>
    </p:spTree>
    <p:extLst>
      <p:ext uri="{BB962C8B-B14F-4D97-AF65-F5344CB8AC3E}">
        <p14:creationId xmlns:p14="http://schemas.microsoft.com/office/powerpoint/2010/main" val="17972541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3</a:t>
            </a:fld>
            <a:endParaRPr lang="en-GB"/>
          </a:p>
        </p:txBody>
      </p:sp>
    </p:spTree>
    <p:extLst>
      <p:ext uri="{BB962C8B-B14F-4D97-AF65-F5344CB8AC3E}">
        <p14:creationId xmlns:p14="http://schemas.microsoft.com/office/powerpoint/2010/main" val="21284365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4</a:t>
            </a:fld>
            <a:endParaRPr lang="en-GB"/>
          </a:p>
        </p:txBody>
      </p:sp>
    </p:spTree>
    <p:extLst>
      <p:ext uri="{BB962C8B-B14F-4D97-AF65-F5344CB8AC3E}">
        <p14:creationId xmlns:p14="http://schemas.microsoft.com/office/powerpoint/2010/main" val="19320824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5</a:t>
            </a:fld>
            <a:endParaRPr lang="en-GB"/>
          </a:p>
        </p:txBody>
      </p:sp>
    </p:spTree>
    <p:extLst>
      <p:ext uri="{BB962C8B-B14F-4D97-AF65-F5344CB8AC3E}">
        <p14:creationId xmlns:p14="http://schemas.microsoft.com/office/powerpoint/2010/main" val="1514986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6</a:t>
            </a:fld>
            <a:endParaRPr lang="en-GB"/>
          </a:p>
        </p:txBody>
      </p:sp>
    </p:spTree>
    <p:extLst>
      <p:ext uri="{BB962C8B-B14F-4D97-AF65-F5344CB8AC3E}">
        <p14:creationId xmlns:p14="http://schemas.microsoft.com/office/powerpoint/2010/main" val="2866282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7</a:t>
            </a:fld>
            <a:endParaRPr lang="en-GB"/>
          </a:p>
        </p:txBody>
      </p:sp>
    </p:spTree>
    <p:extLst>
      <p:ext uri="{BB962C8B-B14F-4D97-AF65-F5344CB8AC3E}">
        <p14:creationId xmlns:p14="http://schemas.microsoft.com/office/powerpoint/2010/main" val="31735267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8</a:t>
            </a:fld>
            <a:endParaRPr lang="en-GB"/>
          </a:p>
        </p:txBody>
      </p:sp>
    </p:spTree>
    <p:extLst>
      <p:ext uri="{BB962C8B-B14F-4D97-AF65-F5344CB8AC3E}">
        <p14:creationId xmlns:p14="http://schemas.microsoft.com/office/powerpoint/2010/main" val="116611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10</a:t>
            </a:fld>
            <a:endParaRPr lang="en-GB"/>
          </a:p>
        </p:txBody>
      </p:sp>
    </p:spTree>
    <p:extLst>
      <p:ext uri="{BB962C8B-B14F-4D97-AF65-F5344CB8AC3E}">
        <p14:creationId xmlns:p14="http://schemas.microsoft.com/office/powerpoint/2010/main" val="40288553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11</a:t>
            </a:fld>
            <a:endParaRPr lang="en-GB"/>
          </a:p>
        </p:txBody>
      </p:sp>
    </p:spTree>
    <p:extLst>
      <p:ext uri="{BB962C8B-B14F-4D97-AF65-F5344CB8AC3E}">
        <p14:creationId xmlns:p14="http://schemas.microsoft.com/office/powerpoint/2010/main" val="3628226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12</a:t>
            </a:fld>
            <a:endParaRPr lang="en-GB"/>
          </a:p>
        </p:txBody>
      </p:sp>
    </p:spTree>
    <p:extLst>
      <p:ext uri="{BB962C8B-B14F-4D97-AF65-F5344CB8AC3E}">
        <p14:creationId xmlns:p14="http://schemas.microsoft.com/office/powerpoint/2010/main" val="42405519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14</a:t>
            </a:fld>
            <a:endParaRPr lang="en-GB"/>
          </a:p>
        </p:txBody>
      </p:sp>
    </p:spTree>
    <p:extLst>
      <p:ext uri="{BB962C8B-B14F-4D97-AF65-F5344CB8AC3E}">
        <p14:creationId xmlns:p14="http://schemas.microsoft.com/office/powerpoint/2010/main" val="26864756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15</a:t>
            </a:fld>
            <a:endParaRPr lang="en-GB"/>
          </a:p>
        </p:txBody>
      </p:sp>
    </p:spTree>
    <p:extLst>
      <p:ext uri="{BB962C8B-B14F-4D97-AF65-F5344CB8AC3E}">
        <p14:creationId xmlns:p14="http://schemas.microsoft.com/office/powerpoint/2010/main" val="24638774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17</a:t>
            </a:fld>
            <a:endParaRPr lang="en-GB"/>
          </a:p>
        </p:txBody>
      </p:sp>
    </p:spTree>
    <p:extLst>
      <p:ext uri="{BB962C8B-B14F-4D97-AF65-F5344CB8AC3E}">
        <p14:creationId xmlns:p14="http://schemas.microsoft.com/office/powerpoint/2010/main" val="23813394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18</a:t>
            </a:fld>
            <a:endParaRPr lang="en-GB"/>
          </a:p>
        </p:txBody>
      </p:sp>
    </p:spTree>
    <p:extLst>
      <p:ext uri="{BB962C8B-B14F-4D97-AF65-F5344CB8AC3E}">
        <p14:creationId xmlns:p14="http://schemas.microsoft.com/office/powerpoint/2010/main" val="7379583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19</a:t>
            </a:fld>
            <a:endParaRPr lang="en-GB"/>
          </a:p>
        </p:txBody>
      </p:sp>
    </p:spTree>
    <p:extLst>
      <p:ext uri="{BB962C8B-B14F-4D97-AF65-F5344CB8AC3E}">
        <p14:creationId xmlns:p14="http://schemas.microsoft.com/office/powerpoint/2010/main" val="29562962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20</a:t>
            </a:fld>
            <a:endParaRPr lang="en-GB"/>
          </a:p>
        </p:txBody>
      </p:sp>
    </p:spTree>
    <p:extLst>
      <p:ext uri="{BB962C8B-B14F-4D97-AF65-F5344CB8AC3E}">
        <p14:creationId xmlns:p14="http://schemas.microsoft.com/office/powerpoint/2010/main" val="33423433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22</a:t>
            </a:fld>
            <a:endParaRPr lang="en-GB"/>
          </a:p>
        </p:txBody>
      </p:sp>
    </p:spTree>
    <p:extLst>
      <p:ext uri="{BB962C8B-B14F-4D97-AF65-F5344CB8AC3E}">
        <p14:creationId xmlns:p14="http://schemas.microsoft.com/office/powerpoint/2010/main" val="33297329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23</a:t>
            </a:fld>
            <a:endParaRPr lang="en-GB"/>
          </a:p>
        </p:txBody>
      </p:sp>
    </p:spTree>
    <p:extLst>
      <p:ext uri="{BB962C8B-B14F-4D97-AF65-F5344CB8AC3E}">
        <p14:creationId xmlns:p14="http://schemas.microsoft.com/office/powerpoint/2010/main" val="41646896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24</a:t>
            </a:fld>
            <a:endParaRPr lang="en-GB"/>
          </a:p>
        </p:txBody>
      </p:sp>
    </p:spTree>
    <p:extLst>
      <p:ext uri="{BB962C8B-B14F-4D97-AF65-F5344CB8AC3E}">
        <p14:creationId xmlns:p14="http://schemas.microsoft.com/office/powerpoint/2010/main" val="42514501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25</a:t>
            </a:fld>
            <a:endParaRPr lang="en-GB"/>
          </a:p>
        </p:txBody>
      </p:sp>
    </p:spTree>
    <p:extLst>
      <p:ext uri="{BB962C8B-B14F-4D97-AF65-F5344CB8AC3E}">
        <p14:creationId xmlns:p14="http://schemas.microsoft.com/office/powerpoint/2010/main" val="26246262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26</a:t>
            </a:fld>
            <a:endParaRPr lang="en-GB"/>
          </a:p>
        </p:txBody>
      </p:sp>
    </p:spTree>
    <p:extLst>
      <p:ext uri="{BB962C8B-B14F-4D97-AF65-F5344CB8AC3E}">
        <p14:creationId xmlns:p14="http://schemas.microsoft.com/office/powerpoint/2010/main" val="7697056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27</a:t>
            </a:fld>
            <a:endParaRPr lang="en-GB"/>
          </a:p>
        </p:txBody>
      </p:sp>
    </p:spTree>
    <p:extLst>
      <p:ext uri="{BB962C8B-B14F-4D97-AF65-F5344CB8AC3E}">
        <p14:creationId xmlns:p14="http://schemas.microsoft.com/office/powerpoint/2010/main" val="41856275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28</a:t>
            </a:fld>
            <a:endParaRPr lang="en-GB"/>
          </a:p>
        </p:txBody>
      </p:sp>
    </p:spTree>
    <p:extLst>
      <p:ext uri="{BB962C8B-B14F-4D97-AF65-F5344CB8AC3E}">
        <p14:creationId xmlns:p14="http://schemas.microsoft.com/office/powerpoint/2010/main" val="3932573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29</a:t>
            </a:fld>
            <a:endParaRPr lang="en-GB"/>
          </a:p>
        </p:txBody>
      </p:sp>
    </p:spTree>
    <p:extLst>
      <p:ext uri="{BB962C8B-B14F-4D97-AF65-F5344CB8AC3E}">
        <p14:creationId xmlns:p14="http://schemas.microsoft.com/office/powerpoint/2010/main" val="403387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30</a:t>
            </a:fld>
            <a:endParaRPr lang="en-GB"/>
          </a:p>
        </p:txBody>
      </p:sp>
    </p:spTree>
    <p:extLst>
      <p:ext uri="{BB962C8B-B14F-4D97-AF65-F5344CB8AC3E}">
        <p14:creationId xmlns:p14="http://schemas.microsoft.com/office/powerpoint/2010/main" val="11415224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317E-4B72-DDFC-3395-0AFCCE2FD98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7DC926A8-BE5E-DB34-24F4-F8937FEFA6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BA5AE87C-D5AB-C13D-F314-AE2B2F13007F}"/>
              </a:ext>
            </a:extLst>
          </p:cNvPr>
          <p:cNvSpPr>
            <a:spLocks noGrp="1"/>
          </p:cNvSpPr>
          <p:nvPr>
            <p:ph type="dt" sz="half" idx="10"/>
          </p:nvPr>
        </p:nvSpPr>
        <p:spPr/>
        <p:txBody>
          <a:bodyPr/>
          <a:lstStyle/>
          <a:p>
            <a:fld id="{85035ED4-2040-BC40-A31F-A9B298E4720E}" type="datetime1">
              <a:rPr lang="en-IE" smtClean="0"/>
              <a:t>02/12/2024</a:t>
            </a:fld>
            <a:endParaRPr lang="en-GB"/>
          </a:p>
        </p:txBody>
      </p:sp>
      <p:sp>
        <p:nvSpPr>
          <p:cNvPr id="5" name="Footer Placeholder 4">
            <a:extLst>
              <a:ext uri="{FF2B5EF4-FFF2-40B4-BE49-F238E27FC236}">
                <a16:creationId xmlns:a16="http://schemas.microsoft.com/office/drawing/2014/main" id="{4B2E1232-B827-66CE-45E4-0AC0EE014F3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D97826-01BA-CB0F-0792-6716C480512F}"/>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452275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6B007DB-BAC0-B5F7-CD3D-D722F4B0FC67}"/>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dirty="0"/>
          </a:p>
        </p:txBody>
      </p:sp>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3A45A55-EFF2-43B6-B7BF-52DAEFC6D4F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solidFill>
              </a:defRPr>
            </a:lvl1pPr>
          </a:lstStyle>
          <a:p>
            <a:fld id="{09A0B10B-8065-874A-BF48-510B534D7368}" type="datetime1">
              <a:rPr lang="en-IE" smtClean="0"/>
              <a:t>02/12/2024</a:t>
            </a:fld>
            <a:endParaRPr lang="en-GB" dirty="0"/>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solidFill>
              </a:defRPr>
            </a:lvl1pPr>
          </a:lstStyle>
          <a:p>
            <a:fld id="{1AE971F0-0CD2-4C47-8087-EBCE9716EA84}" type="slidenum">
              <a:rPr lang="en-GB" smtClean="0"/>
              <a:pPr/>
              <a:t>‹#›</a:t>
            </a:fld>
            <a:endParaRPr lang="en-GB" dirty="0"/>
          </a:p>
        </p:txBody>
      </p:sp>
    </p:spTree>
    <p:extLst>
      <p:ext uri="{BB962C8B-B14F-4D97-AF65-F5344CB8AC3E}">
        <p14:creationId xmlns:p14="http://schemas.microsoft.com/office/powerpoint/2010/main" val="3979668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Quotes">
    <p:bg>
      <p:bgPr>
        <a:solidFill>
          <a:srgbClr val="004C6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lumMod val="65000"/>
                  </a:schemeClr>
                </a:solidFill>
              </a:defRPr>
            </a:lvl1pPr>
          </a:lstStyle>
          <a:p>
            <a:fld id="{6599FA55-B55F-FB45-9247-80062203CC3B}" type="datetime1">
              <a:rPr lang="en-IE" smtClean="0"/>
              <a:t>02/12/2024</a:t>
            </a:fld>
            <a:endParaRPr lang="en-GB"/>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dirty="0"/>
          </a:p>
        </p:txBody>
      </p:sp>
      <p:pic>
        <p:nvPicPr>
          <p:cNvPr id="8" name="Graphic 7" descr="The following is a quote: ">
            <a:extLst>
              <a:ext uri="{FF2B5EF4-FFF2-40B4-BE49-F238E27FC236}">
                <a16:creationId xmlns:a16="http://schemas.microsoft.com/office/drawing/2014/main" id="{BBC1D34B-9075-8D03-3A5C-E7D33712D62A}"/>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4726" y="1825625"/>
            <a:ext cx="2084363" cy="2084363"/>
          </a:xfrm>
          <a:prstGeom prst="rect">
            <a:avLst/>
          </a:prstGeom>
        </p:spPr>
      </p:pic>
      <p:sp>
        <p:nvSpPr>
          <p:cNvPr id="10" name="Text Placeholder 9">
            <a:extLst>
              <a:ext uri="{FF2B5EF4-FFF2-40B4-BE49-F238E27FC236}">
                <a16:creationId xmlns:a16="http://schemas.microsoft.com/office/drawing/2014/main" id="{71D05262-A873-B471-8864-15D00174DECC}"/>
              </a:ext>
            </a:extLst>
          </p:cNvPr>
          <p:cNvSpPr>
            <a:spLocks noGrp="1"/>
          </p:cNvSpPr>
          <p:nvPr>
            <p:ph type="body" sz="quarter" idx="13"/>
          </p:nvPr>
        </p:nvSpPr>
        <p:spPr>
          <a:xfrm>
            <a:off x="2743200" y="2147888"/>
            <a:ext cx="8610600" cy="379571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dirty="0"/>
          </a:p>
        </p:txBody>
      </p:sp>
    </p:spTree>
    <p:extLst>
      <p:ext uri="{BB962C8B-B14F-4D97-AF65-F5344CB8AC3E}">
        <p14:creationId xmlns:p14="http://schemas.microsoft.com/office/powerpoint/2010/main" val="2458617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831850" y="1709738"/>
            <a:ext cx="10515600" cy="2852737"/>
          </a:xfrm>
        </p:spPr>
        <p:txBody>
          <a:bodyPr anchor="b"/>
          <a:lstStyle>
            <a:lvl1pPr>
              <a:defRPr sz="6000">
                <a:solidFill>
                  <a:schemeClr val="accent3"/>
                </a:solidFill>
              </a:defRPr>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43DD4156-1D08-F755-3CB7-F04B4CB231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lvl1pPr>
              <a:defRPr>
                <a:solidFill>
                  <a:schemeClr val="bg1">
                    <a:lumMod val="65000"/>
                  </a:schemeClr>
                </a:solidFill>
              </a:defRPr>
            </a:lvl1pPr>
          </a:lstStyle>
          <a:p>
            <a:fld id="{E7D01A19-0F3B-834D-A6B0-F72A8287B5E6}" type="datetime1">
              <a:rPr lang="en-IE" smtClean="0"/>
              <a:t>02/12/2024</a:t>
            </a:fld>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532789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831850" y="4816548"/>
            <a:ext cx="10515600" cy="1223851"/>
          </a:xfrm>
        </p:spPr>
        <p:txBody>
          <a:bodyPr anchor="b">
            <a:normAutofit/>
          </a:bodyPr>
          <a:lstStyle>
            <a:lvl1pPr algn="ctr">
              <a:defRPr sz="5400">
                <a:solidFill>
                  <a:schemeClr val="accent3"/>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p>
            <a:fld id="{24F0F642-8398-9A4E-AEC2-6926F1F71ABE}" type="datetime1">
              <a:rPr lang="en-IE" smtClean="0"/>
              <a:t>02/12/2024</a:t>
            </a:fld>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8" name="Content Placeholder 7">
            <a:extLst>
              <a:ext uri="{FF2B5EF4-FFF2-40B4-BE49-F238E27FC236}">
                <a16:creationId xmlns:a16="http://schemas.microsoft.com/office/drawing/2014/main" id="{459A2BA5-1AB5-DB59-3C54-16713B4E4270}"/>
              </a:ext>
            </a:extLst>
          </p:cNvPr>
          <p:cNvSpPr>
            <a:spLocks noGrp="1"/>
          </p:cNvSpPr>
          <p:nvPr>
            <p:ph sz="quarter" idx="13"/>
          </p:nvPr>
        </p:nvSpPr>
        <p:spPr>
          <a:xfrm>
            <a:off x="2754313" y="712788"/>
            <a:ext cx="6794500" cy="41037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Tree>
    <p:extLst>
      <p:ext uri="{BB962C8B-B14F-4D97-AF65-F5344CB8AC3E}">
        <p14:creationId xmlns:p14="http://schemas.microsoft.com/office/powerpoint/2010/main" val="4068118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B0BE543-0448-3A4C-5F33-EAD956CEEC4F}"/>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109FF7AA-B49C-D561-FA47-CB24D2FBF6F4}"/>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5761E7E-A789-0692-DCFA-73EB3A13A57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8C5CDC2F-840C-693F-493D-EB4B70B8294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52413D37-E198-0C87-31DE-C825CE017A07}"/>
              </a:ext>
            </a:extLst>
          </p:cNvPr>
          <p:cNvSpPr>
            <a:spLocks noGrp="1"/>
          </p:cNvSpPr>
          <p:nvPr>
            <p:ph type="dt" sz="half" idx="10"/>
          </p:nvPr>
        </p:nvSpPr>
        <p:spPr/>
        <p:txBody>
          <a:bodyPr/>
          <a:lstStyle/>
          <a:p>
            <a:fld id="{74010435-3A56-3A44-857A-AA88190B4F4E}" type="datetime1">
              <a:rPr lang="en-IE" smtClean="0"/>
              <a:t>02/12/2024</a:t>
            </a:fld>
            <a:endParaRPr lang="en-GB"/>
          </a:p>
        </p:txBody>
      </p:sp>
      <p:sp>
        <p:nvSpPr>
          <p:cNvPr id="6" name="Footer Placeholder 5">
            <a:extLst>
              <a:ext uri="{FF2B5EF4-FFF2-40B4-BE49-F238E27FC236}">
                <a16:creationId xmlns:a16="http://schemas.microsoft.com/office/drawing/2014/main" id="{EF355D9D-23CD-C2B7-2CB9-63A7B666AAF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6C84A3F-2DEF-A695-73CD-C8A79EDD75B4}"/>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96718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557A7C-8356-9C4D-0FD4-A2809BBA22A6}"/>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8C23E5D6-F819-DF80-8C6A-FE0FD23685EF}"/>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40634751-4015-7A9E-A494-E4825F6D8A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DD0E5A5-4B18-9989-88ED-D6B31265D2D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27685D65-C667-2456-E06F-F0E68B2E5C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944F890-33E6-BD4B-978A-E4B20968B85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DE26AA7C-81D8-7C95-3E01-76956024FF9F}"/>
              </a:ext>
            </a:extLst>
          </p:cNvPr>
          <p:cNvSpPr>
            <a:spLocks noGrp="1"/>
          </p:cNvSpPr>
          <p:nvPr>
            <p:ph type="dt" sz="half" idx="10"/>
          </p:nvPr>
        </p:nvSpPr>
        <p:spPr/>
        <p:txBody>
          <a:bodyPr/>
          <a:lstStyle/>
          <a:p>
            <a:fld id="{7EF67D8A-40FB-EE43-9935-C15FA0C1C3C6}" type="datetime1">
              <a:rPr lang="en-IE" smtClean="0"/>
              <a:t>02/12/2024</a:t>
            </a:fld>
            <a:endParaRPr lang="en-GB"/>
          </a:p>
        </p:txBody>
      </p:sp>
      <p:sp>
        <p:nvSpPr>
          <p:cNvPr id="8" name="Footer Placeholder 7">
            <a:extLst>
              <a:ext uri="{FF2B5EF4-FFF2-40B4-BE49-F238E27FC236}">
                <a16:creationId xmlns:a16="http://schemas.microsoft.com/office/drawing/2014/main" id="{137830B1-02EA-A7DB-8FCF-32C06C3E0B2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E580A6F-5EBE-2DCC-8CCB-9F05EA6645C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751188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8C00E1A-F73B-4343-8C36-A161A0EDF3C9}"/>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7DCD2DC0-0D4F-4B0E-7C43-380735648227}"/>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11278B6D-6F61-EF5E-B5CC-F72AA2353D1E}"/>
              </a:ext>
            </a:extLst>
          </p:cNvPr>
          <p:cNvSpPr>
            <a:spLocks noGrp="1"/>
          </p:cNvSpPr>
          <p:nvPr>
            <p:ph type="dt" sz="half" idx="10"/>
          </p:nvPr>
        </p:nvSpPr>
        <p:spPr/>
        <p:txBody>
          <a:bodyPr/>
          <a:lstStyle/>
          <a:p>
            <a:fld id="{876C0167-2630-5C45-B027-967BA9D21FF1}" type="datetime1">
              <a:rPr lang="en-IE" smtClean="0"/>
              <a:t>02/12/2024</a:t>
            </a:fld>
            <a:endParaRPr lang="en-GB"/>
          </a:p>
        </p:txBody>
      </p:sp>
      <p:sp>
        <p:nvSpPr>
          <p:cNvPr id="4" name="Footer Placeholder 3">
            <a:extLst>
              <a:ext uri="{FF2B5EF4-FFF2-40B4-BE49-F238E27FC236}">
                <a16:creationId xmlns:a16="http://schemas.microsoft.com/office/drawing/2014/main" id="{527A9D98-33BD-A8E4-155E-07D8B622BEE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C44C4ED-AE87-B167-6C8F-8D62A01C4EB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684876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3A85DC40-0EA9-D24A-8166-258499060F44}" type="datetime1">
              <a:rPr lang="en-IE" smtClean="0"/>
              <a:t>02/12/2024</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250828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w colour">
    <p:bg>
      <p:bgPr>
        <a:solidFill>
          <a:schemeClr val="accent3"/>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34BE7EE8-AB4C-8143-8C3A-5C6B4C1A48D7}" type="datetime1">
              <a:rPr lang="en-IE" smtClean="0"/>
              <a:t>02/12/2024</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973100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B3F2E4F-D69A-C303-0281-6BB8BC65FA1A}"/>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DFE483EC-461E-3DF8-7723-85858B62097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5ED0BA06-04AB-09B5-645C-2091343E99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FD91B3F-7C7C-73B9-77CB-A11B1FCF85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167F290-2545-0C2B-78A6-D50CE3D009E9}"/>
              </a:ext>
            </a:extLst>
          </p:cNvPr>
          <p:cNvSpPr>
            <a:spLocks noGrp="1"/>
          </p:cNvSpPr>
          <p:nvPr>
            <p:ph type="dt" sz="half" idx="10"/>
          </p:nvPr>
        </p:nvSpPr>
        <p:spPr/>
        <p:txBody>
          <a:bodyPr/>
          <a:lstStyle/>
          <a:p>
            <a:fld id="{514C377F-93E1-0949-87C9-26EDFF8CCD4B}" type="datetime1">
              <a:rPr lang="en-IE" smtClean="0"/>
              <a:t>02/12/2024</a:t>
            </a:fld>
            <a:endParaRPr lang="en-GB"/>
          </a:p>
        </p:txBody>
      </p:sp>
      <p:sp>
        <p:nvSpPr>
          <p:cNvPr id="6" name="Footer Placeholder 5">
            <a:extLst>
              <a:ext uri="{FF2B5EF4-FFF2-40B4-BE49-F238E27FC236}">
                <a16:creationId xmlns:a16="http://schemas.microsoft.com/office/drawing/2014/main" id="{770E117D-2169-6E39-149C-5FBECD5E764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83838A-4F66-F529-E239-3AE7FBEDEB56}"/>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2437353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54395A0-EB10-01E3-39B4-075A8ACEABC7}"/>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232FAE3E-C2EA-DDE4-4229-9EB50F2F144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D6131BBD-51CD-4DC2-4A60-8A48EA6C6A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a:extLst>
              <a:ext uri="{FF2B5EF4-FFF2-40B4-BE49-F238E27FC236}">
                <a16:creationId xmlns:a16="http://schemas.microsoft.com/office/drawing/2014/main" id="{683B0D01-09EF-1E92-D338-9CD0EBA943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2B20126-F846-16D0-EBDD-34D48607E985}"/>
              </a:ext>
            </a:extLst>
          </p:cNvPr>
          <p:cNvSpPr>
            <a:spLocks noGrp="1"/>
          </p:cNvSpPr>
          <p:nvPr>
            <p:ph type="dt" sz="half" idx="10"/>
          </p:nvPr>
        </p:nvSpPr>
        <p:spPr/>
        <p:txBody>
          <a:bodyPr/>
          <a:lstStyle/>
          <a:p>
            <a:fld id="{8D5F4074-592E-DE49-8E04-8A1BC6B4F4D6}" type="datetime1">
              <a:rPr lang="en-IE" smtClean="0"/>
              <a:t>02/12/2024</a:t>
            </a:fld>
            <a:endParaRPr lang="en-GB"/>
          </a:p>
        </p:txBody>
      </p:sp>
      <p:sp>
        <p:nvSpPr>
          <p:cNvPr id="6" name="Footer Placeholder 5">
            <a:extLst>
              <a:ext uri="{FF2B5EF4-FFF2-40B4-BE49-F238E27FC236}">
                <a16:creationId xmlns:a16="http://schemas.microsoft.com/office/drawing/2014/main" id="{1F34FC57-C801-AEF4-1D0A-E095B6450A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1951B0C-275C-33D2-9A96-4D0314E6EEA7}"/>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1061548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A1A4EC-146B-3381-63D1-52F3C15CB004}"/>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B4BEF132-B0C4-CEBA-D9BB-A90CC2A65F9E}"/>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515F3702-713A-C951-9CCF-955488BC645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E34A4F3-ECB2-56FC-3055-081257812145}"/>
              </a:ext>
            </a:extLst>
          </p:cNvPr>
          <p:cNvSpPr>
            <a:spLocks noGrp="1"/>
          </p:cNvSpPr>
          <p:nvPr>
            <p:ph type="dt" sz="half" idx="10"/>
          </p:nvPr>
        </p:nvSpPr>
        <p:spPr/>
        <p:txBody>
          <a:bodyPr/>
          <a:lstStyle/>
          <a:p>
            <a:fld id="{17C24304-820E-714D-BF9C-EB74C956AE41}" type="datetime1">
              <a:rPr lang="en-IE" smtClean="0"/>
              <a:t>02/12/2024</a:t>
            </a:fld>
            <a:endParaRPr lang="en-GB"/>
          </a:p>
        </p:txBody>
      </p:sp>
      <p:sp>
        <p:nvSpPr>
          <p:cNvPr id="5" name="Footer Placeholder 4">
            <a:extLst>
              <a:ext uri="{FF2B5EF4-FFF2-40B4-BE49-F238E27FC236}">
                <a16:creationId xmlns:a16="http://schemas.microsoft.com/office/drawing/2014/main" id="{ED1849C6-D413-92F0-6B5F-27BB8AC757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79A6DE-F917-5ECB-80DB-4C5C9924B1F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665115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9213BEA-D64A-CDAB-CB01-CACA6AEFB654}"/>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Vertical Title 1">
            <a:extLst>
              <a:ext uri="{FF2B5EF4-FFF2-40B4-BE49-F238E27FC236}">
                <a16:creationId xmlns:a16="http://schemas.microsoft.com/office/drawing/2014/main" id="{E2FFD24A-02C7-3C15-C6A2-2FE1816ED4EA}"/>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07E5EB9-6E42-B9D7-5671-A15D13E2010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F3BCAA2-15B7-B922-2788-5986E5EEAC91}"/>
              </a:ext>
            </a:extLst>
          </p:cNvPr>
          <p:cNvSpPr>
            <a:spLocks noGrp="1"/>
          </p:cNvSpPr>
          <p:nvPr>
            <p:ph type="dt" sz="half" idx="10"/>
          </p:nvPr>
        </p:nvSpPr>
        <p:spPr/>
        <p:txBody>
          <a:bodyPr/>
          <a:lstStyle/>
          <a:p>
            <a:fld id="{1CB68D1B-B9C3-8A45-99A9-3E302E4A576D}" type="datetime1">
              <a:rPr lang="en-IE" smtClean="0"/>
              <a:t>02/12/2024</a:t>
            </a:fld>
            <a:endParaRPr lang="en-GB"/>
          </a:p>
        </p:txBody>
      </p:sp>
      <p:sp>
        <p:nvSpPr>
          <p:cNvPr id="5" name="Footer Placeholder 4">
            <a:extLst>
              <a:ext uri="{FF2B5EF4-FFF2-40B4-BE49-F238E27FC236}">
                <a16:creationId xmlns:a16="http://schemas.microsoft.com/office/drawing/2014/main" id="{45AD40C5-A7B5-0CB8-7A77-77280AC6ED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DA6257-1CC9-8C66-1C48-A645172DCA15}"/>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131842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E0A642-ABE6-FE0E-2BD1-AB0BC48CE2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E9047573-978D-7FA9-0D26-40779E9769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56631032-3BBA-DDD8-39F1-68FB671B8D3D}"/>
              </a:ext>
            </a:extLst>
          </p:cNvPr>
          <p:cNvSpPr>
            <a:spLocks noGrp="1"/>
          </p:cNvSpPr>
          <p:nvPr>
            <p:ph type="dt" sz="half" idx="2"/>
          </p:nvPr>
        </p:nvSpPr>
        <p:spPr>
          <a:xfrm>
            <a:off x="838200" y="6388249"/>
            <a:ext cx="2743200" cy="365125"/>
          </a:xfrm>
          <a:prstGeom prst="rect">
            <a:avLst/>
          </a:prstGeom>
        </p:spPr>
        <p:txBody>
          <a:bodyPr vert="horz" lIns="91440" tIns="45720" rIns="91440" bIns="45720" rtlCol="0" anchor="ctr"/>
          <a:lstStyle>
            <a:lvl1pPr algn="l">
              <a:defRPr sz="1200">
                <a:solidFill>
                  <a:schemeClr val="bg1"/>
                </a:solidFill>
              </a:defRPr>
            </a:lvl1pPr>
          </a:lstStyle>
          <a:p>
            <a:fld id="{AE9E9317-F5DA-4341-914B-C6BBF660194F}" type="datetime1">
              <a:rPr lang="en-IE" smtClean="0"/>
              <a:t>02/12/2024</a:t>
            </a:fld>
            <a:endParaRPr lang="en-GB" dirty="0"/>
          </a:p>
        </p:txBody>
      </p:sp>
      <p:sp>
        <p:nvSpPr>
          <p:cNvPr id="5" name="Footer Placeholder 4">
            <a:extLst>
              <a:ext uri="{FF2B5EF4-FFF2-40B4-BE49-F238E27FC236}">
                <a16:creationId xmlns:a16="http://schemas.microsoft.com/office/drawing/2014/main" id="{B8C0B08B-CD62-82DF-7BC9-CCDE7E5B639E}"/>
              </a:ext>
            </a:extLst>
          </p:cNvPr>
          <p:cNvSpPr>
            <a:spLocks noGrp="1"/>
          </p:cNvSpPr>
          <p:nvPr>
            <p:ph type="ftr" sz="quarter" idx="3"/>
          </p:nvPr>
        </p:nvSpPr>
        <p:spPr>
          <a:xfrm>
            <a:off x="4038600" y="6388249"/>
            <a:ext cx="4114800" cy="365125"/>
          </a:xfrm>
          <a:prstGeom prst="rect">
            <a:avLst/>
          </a:prstGeom>
        </p:spPr>
        <p:txBody>
          <a:bodyPr vert="horz" lIns="91440" tIns="45720" rIns="91440" bIns="45720" rtlCol="0" anchor="ctr"/>
          <a:lstStyle>
            <a:lvl1pPr algn="ctr">
              <a:defRPr sz="1200">
                <a:solidFill>
                  <a:schemeClr val="bg1"/>
                </a:solidFill>
              </a:defRPr>
            </a:lvl1pPr>
          </a:lstStyle>
          <a:p>
            <a:endParaRPr lang="en-GB"/>
          </a:p>
        </p:txBody>
      </p:sp>
      <p:sp>
        <p:nvSpPr>
          <p:cNvPr id="6" name="Slide Number Placeholder 5">
            <a:extLst>
              <a:ext uri="{FF2B5EF4-FFF2-40B4-BE49-F238E27FC236}">
                <a16:creationId xmlns:a16="http://schemas.microsoft.com/office/drawing/2014/main" id="{02D453A8-267C-532B-1CCE-A59D105FDAE1}"/>
              </a:ext>
            </a:extLst>
          </p:cNvPr>
          <p:cNvSpPr>
            <a:spLocks noGrp="1"/>
          </p:cNvSpPr>
          <p:nvPr>
            <p:ph type="sldNum" sz="quarter" idx="4"/>
          </p:nvPr>
        </p:nvSpPr>
        <p:spPr>
          <a:xfrm>
            <a:off x="8610600" y="6388249"/>
            <a:ext cx="2743200" cy="365125"/>
          </a:xfrm>
          <a:prstGeom prst="rect">
            <a:avLst/>
          </a:prstGeom>
        </p:spPr>
        <p:txBody>
          <a:bodyPr vert="horz" lIns="91440" tIns="45720" rIns="91440" bIns="45720" rtlCol="0" anchor="ctr"/>
          <a:lstStyle>
            <a:lvl1pPr algn="r">
              <a:defRPr sz="1600" b="1">
                <a:solidFill>
                  <a:schemeClr val="bg1"/>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2006714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61" r:id="rId5"/>
    <p:sldLayoutId id="2147483652" r:id="rId6"/>
    <p:sldLayoutId id="2147483653" r:id="rId7"/>
    <p:sldLayoutId id="2147483654" r:id="rId8"/>
    <p:sldLayoutId id="2147483655" r:id="rId9"/>
    <p:sldLayoutId id="2147483662"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1" kern="1200">
          <a:solidFill>
            <a:srgbClr val="004C6C"/>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59FA92C-B278-E264-6857-68AD13A165C3}"/>
              </a:ext>
            </a:extLst>
          </p:cNvPr>
          <p:cNvSpPr txBox="1">
            <a:spLocks noGrp="1"/>
          </p:cNvSpPr>
          <p:nvPr>
            <p:ph type="title" idx="4294967295"/>
          </p:nvPr>
        </p:nvSpPr>
        <p:spPr>
          <a:xfrm>
            <a:off x="327052" y="4136647"/>
            <a:ext cx="6343892" cy="1323439"/>
          </a:xfrm>
          <a:prstGeom prst="rect">
            <a:avLst/>
          </a:prstGeom>
          <a:noFill/>
          <a:ln>
            <a:solidFill>
              <a:schemeClr val="bg1"/>
            </a:solid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sz="4000" dirty="0">
                <a:solidFill>
                  <a:schemeClr val="bg1"/>
                </a:solidFill>
                <a:latin typeface="Helvetica" panose="020B0604020202020204" pitchFamily="34" charset="0"/>
                <a:ea typeface="Open Sans Light"/>
              </a:rPr>
              <a:t>Explainability</a:t>
            </a:r>
            <a:br>
              <a:rPr lang="en-IE" sz="4000" dirty="0">
                <a:solidFill>
                  <a:schemeClr val="bg1"/>
                </a:solidFill>
                <a:latin typeface="Helvetica" panose="020B0604020202020204" pitchFamily="34" charset="0"/>
                <a:ea typeface="Open Sans Light"/>
              </a:rPr>
            </a:br>
            <a:r>
              <a:rPr lang="en-IE" sz="4000" dirty="0">
                <a:solidFill>
                  <a:schemeClr val="bg1"/>
                </a:solidFill>
                <a:latin typeface="Helvetica" panose="020B0604020202020204" pitchFamily="34" charset="0"/>
                <a:ea typeface="Open Sans Light"/>
              </a:rPr>
              <a:t>and Interpretability</a:t>
            </a:r>
          </a:p>
        </p:txBody>
      </p:sp>
      <p:pic>
        <p:nvPicPr>
          <p:cNvPr id="3" name="Picture 2">
            <a:extLst>
              <a:ext uri="{FF2B5EF4-FFF2-40B4-BE49-F238E27FC236}">
                <a16:creationId xmlns:a16="http://schemas.microsoft.com/office/drawing/2014/main" id="{5B5D40AC-D161-589A-D158-CB03427EF018}"/>
              </a:ext>
            </a:extLst>
          </p:cNvPr>
          <p:cNvPicPr>
            <a:picLocks noChangeAspect="1"/>
          </p:cNvPicPr>
          <p:nvPr/>
        </p:nvPicPr>
        <p:blipFill>
          <a:blip r:embed="rId4"/>
          <a:stretch>
            <a:fillRect/>
          </a:stretch>
        </p:blipFill>
        <p:spPr>
          <a:xfrm>
            <a:off x="615950" y="819150"/>
            <a:ext cx="2794000" cy="2794000"/>
          </a:xfrm>
          <a:prstGeom prst="rect">
            <a:avLst/>
          </a:prstGeom>
        </p:spPr>
      </p:pic>
      <p:pic>
        <p:nvPicPr>
          <p:cNvPr id="7" name="Picture 6">
            <a:extLst>
              <a:ext uri="{FF2B5EF4-FFF2-40B4-BE49-F238E27FC236}">
                <a16:creationId xmlns:a16="http://schemas.microsoft.com/office/drawing/2014/main" id="{217BEB3C-DED6-0EB7-4C5D-31F6B16FF17A}"/>
              </a:ext>
            </a:extLst>
          </p:cNvPr>
          <p:cNvPicPr>
            <a:picLocks noChangeAspect="1"/>
          </p:cNvPicPr>
          <p:nvPr/>
        </p:nvPicPr>
        <p:blipFill>
          <a:blip r:embed="rId5"/>
          <a:stretch>
            <a:fillRect/>
          </a:stretch>
        </p:blipFill>
        <p:spPr>
          <a:xfrm>
            <a:off x="4171486" y="1506661"/>
            <a:ext cx="2229314" cy="2229314"/>
          </a:xfrm>
          <a:prstGeom prst="rect">
            <a:avLst/>
          </a:prstGeom>
        </p:spPr>
      </p:pic>
      <p:sp>
        <p:nvSpPr>
          <p:cNvPr id="2" name="TextBox 1">
            <a:extLst>
              <a:ext uri="{FF2B5EF4-FFF2-40B4-BE49-F238E27FC236}">
                <a16:creationId xmlns:a16="http://schemas.microsoft.com/office/drawing/2014/main" id="{5C752570-A011-9D0A-2A5B-8F935A4EED98}"/>
              </a:ext>
            </a:extLst>
          </p:cNvPr>
          <p:cNvSpPr txBox="1"/>
          <p:nvPr/>
        </p:nvSpPr>
        <p:spPr>
          <a:xfrm>
            <a:off x="483476" y="5834908"/>
            <a:ext cx="6096000" cy="523220"/>
          </a:xfrm>
          <a:prstGeom prst="rect">
            <a:avLst/>
          </a:prstGeom>
          <a:noFill/>
        </p:spPr>
        <p:txBody>
          <a:bodyPr wrap="square">
            <a:spAutoFit/>
          </a:bodyPr>
          <a:lstStyle/>
          <a:p>
            <a:r>
              <a:rPr lang="en-US" sz="2800" b="0" i="1" dirty="0">
                <a:solidFill>
                  <a:schemeClr val="bg1"/>
                </a:solidFill>
                <a:latin typeface="Helvetica" panose="020B0604020202020204" pitchFamily="34" charset="0"/>
                <a:ea typeface="Open Sans ExtraBold"/>
              </a:rPr>
              <a:t>Luis Miralles</a:t>
            </a:r>
            <a:endParaRPr lang="en-IE" sz="2800" dirty="0"/>
          </a:p>
        </p:txBody>
      </p:sp>
    </p:spTree>
    <p:extLst>
      <p:ext uri="{BB962C8B-B14F-4D97-AF65-F5344CB8AC3E}">
        <p14:creationId xmlns:p14="http://schemas.microsoft.com/office/powerpoint/2010/main" val="27408383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BACE7-3309-1D8F-7E4B-C11EEAD1100A}"/>
              </a:ext>
            </a:extLst>
          </p:cNvPr>
          <p:cNvSpPr>
            <a:spLocks noGrp="1"/>
          </p:cNvSpPr>
          <p:nvPr>
            <p:ph type="title"/>
          </p:nvPr>
        </p:nvSpPr>
        <p:spPr/>
        <p:txBody>
          <a:bodyPr/>
          <a:lstStyle/>
          <a:p>
            <a:r>
              <a:rPr lang="en-US" b="1" dirty="0">
                <a:latin typeface="Helvetica"/>
                <a:cs typeface="Helvetica"/>
              </a:rPr>
              <a:t>Lesson Outline</a:t>
            </a:r>
            <a:endParaRPr lang="en-US" dirty="0"/>
          </a:p>
        </p:txBody>
      </p:sp>
      <p:sp>
        <p:nvSpPr>
          <p:cNvPr id="3" name="Content Placeholder 2">
            <a:extLst>
              <a:ext uri="{FF2B5EF4-FFF2-40B4-BE49-F238E27FC236}">
                <a16:creationId xmlns:a16="http://schemas.microsoft.com/office/drawing/2014/main" id="{C1208D8C-727C-F3C1-1BDF-270C6D0E0F4B}"/>
              </a:ext>
            </a:extLst>
          </p:cNvPr>
          <p:cNvSpPr>
            <a:spLocks noGrp="1"/>
          </p:cNvSpPr>
          <p:nvPr>
            <p:ph idx="1"/>
          </p:nvPr>
        </p:nvSpPr>
        <p:spPr/>
        <p:txBody>
          <a:bodyPr vert="horz" lIns="91440" tIns="45720" rIns="91440" bIns="45720" rtlCol="0" anchor="t">
            <a:normAutofit/>
          </a:bodyPr>
          <a:lstStyle/>
          <a:p>
            <a:r>
              <a:rPr lang="en-GB" dirty="0">
                <a:latin typeface="Helvetica"/>
              </a:rPr>
              <a:t>Main concepts in </a:t>
            </a:r>
            <a:r>
              <a:rPr lang="en-GB" dirty="0" err="1">
                <a:latin typeface="Helvetica"/>
              </a:rPr>
              <a:t>Explainability</a:t>
            </a:r>
            <a:endParaRPr lang="en-GB" dirty="0">
              <a:latin typeface="Helvetica"/>
            </a:endParaRPr>
          </a:p>
          <a:p>
            <a:r>
              <a:rPr lang="en-GB" dirty="0">
                <a:latin typeface="Helvetica"/>
              </a:rPr>
              <a:t>Examples of Explainability methods</a:t>
            </a:r>
          </a:p>
          <a:p>
            <a:r>
              <a:rPr lang="en-GB" dirty="0">
                <a:latin typeface="Helvetica"/>
              </a:rPr>
              <a:t>ML Explainable Approaches</a:t>
            </a:r>
          </a:p>
          <a:p>
            <a:endParaRPr lang="en-GB" dirty="0">
              <a:latin typeface="Helvetica"/>
            </a:endParaRPr>
          </a:p>
        </p:txBody>
      </p:sp>
      <p:sp>
        <p:nvSpPr>
          <p:cNvPr id="4" name="Slide Number Placeholder 3">
            <a:extLst>
              <a:ext uri="{FF2B5EF4-FFF2-40B4-BE49-F238E27FC236}">
                <a16:creationId xmlns:a16="http://schemas.microsoft.com/office/drawing/2014/main" id="{D2F828EE-4FFD-60C0-0276-A2A87F698B2A}"/>
              </a:ext>
            </a:extLst>
          </p:cNvPr>
          <p:cNvSpPr>
            <a:spLocks noGrp="1"/>
          </p:cNvSpPr>
          <p:nvPr>
            <p:ph type="sldNum" sz="quarter" idx="12"/>
          </p:nvPr>
        </p:nvSpPr>
        <p:spPr/>
        <p:txBody>
          <a:bodyPr/>
          <a:lstStyle/>
          <a:p>
            <a:fld id="{1AE971F0-0CD2-4C47-8087-EBCE9716EA84}" type="slidenum">
              <a:rPr lang="en-GB" smtClean="0"/>
              <a:t>2</a:t>
            </a:fld>
            <a:endParaRPr lang="en-GB"/>
          </a:p>
        </p:txBody>
      </p:sp>
    </p:spTree>
    <p:extLst>
      <p:ext uri="{BB962C8B-B14F-4D97-AF65-F5344CB8AC3E}">
        <p14:creationId xmlns:p14="http://schemas.microsoft.com/office/powerpoint/2010/main" val="1505644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031E6-D3D4-8760-22DD-9DFFD21AA554}"/>
              </a:ext>
            </a:extLst>
          </p:cNvPr>
          <p:cNvSpPr>
            <a:spLocks noGrp="1"/>
          </p:cNvSpPr>
          <p:nvPr>
            <p:ph type="title"/>
          </p:nvPr>
        </p:nvSpPr>
        <p:spPr>
          <a:xfrm>
            <a:off x="838200" y="365126"/>
            <a:ext cx="10515600" cy="996536"/>
          </a:xfrm>
        </p:spPr>
        <p:txBody>
          <a:bodyPr/>
          <a:lstStyle/>
          <a:p>
            <a:r>
              <a:rPr lang="en-GB" dirty="0"/>
              <a:t>Summary of lecture</a:t>
            </a:r>
            <a:endParaRPr lang="en-IE" dirty="0"/>
          </a:p>
        </p:txBody>
      </p:sp>
      <p:sp>
        <p:nvSpPr>
          <p:cNvPr id="3" name="Content Placeholder 2">
            <a:extLst>
              <a:ext uri="{FF2B5EF4-FFF2-40B4-BE49-F238E27FC236}">
                <a16:creationId xmlns:a16="http://schemas.microsoft.com/office/drawing/2014/main" id="{23BB88B1-B810-B684-1A87-FCD6D42BF19E}"/>
              </a:ext>
            </a:extLst>
          </p:cNvPr>
          <p:cNvSpPr>
            <a:spLocks noGrp="1"/>
          </p:cNvSpPr>
          <p:nvPr>
            <p:ph idx="1"/>
          </p:nvPr>
        </p:nvSpPr>
        <p:spPr>
          <a:xfrm>
            <a:off x="692427" y="1861182"/>
            <a:ext cx="10515600" cy="4527067"/>
          </a:xfrm>
        </p:spPr>
        <p:txBody>
          <a:bodyPr>
            <a:normAutofit/>
          </a:bodyPr>
          <a:lstStyle/>
          <a:p>
            <a:pPr marL="514350" indent="-514350" algn="l">
              <a:lnSpc>
                <a:spcPct val="100000"/>
              </a:lnSpc>
              <a:buFont typeface="+mj-lt"/>
              <a:buAutoNum type="arabicPeriod"/>
            </a:pPr>
            <a:r>
              <a:rPr lang="en-IE" b="1" i="0" dirty="0" err="1">
                <a:solidFill>
                  <a:srgbClr val="374151"/>
                </a:solidFill>
                <a:effectLst/>
                <a:latin typeface="Söhne"/>
              </a:rPr>
              <a:t>Explainability</a:t>
            </a:r>
            <a:r>
              <a:rPr lang="en-IE" b="1" i="0" dirty="0">
                <a:solidFill>
                  <a:srgbClr val="374151"/>
                </a:solidFill>
                <a:effectLst/>
                <a:latin typeface="Söhne"/>
              </a:rPr>
              <a:t> vs. Interpretability:</a:t>
            </a:r>
            <a:r>
              <a:rPr lang="en-IE" dirty="0">
                <a:solidFill>
                  <a:srgbClr val="374151"/>
                </a:solidFill>
                <a:latin typeface="Söhne"/>
              </a:rPr>
              <a:t> </a:t>
            </a:r>
            <a:r>
              <a:rPr lang="en-IE" b="0" i="0" dirty="0">
                <a:solidFill>
                  <a:srgbClr val="374151"/>
                </a:solidFill>
                <a:effectLst/>
                <a:latin typeface="Söhne"/>
              </a:rPr>
              <a:t>Distinguish between understanding internal model workings and customising user knowledge.</a:t>
            </a:r>
          </a:p>
          <a:p>
            <a:pPr marL="514350" indent="-514350" algn="l">
              <a:lnSpc>
                <a:spcPct val="100000"/>
              </a:lnSpc>
              <a:buFont typeface="+mj-lt"/>
              <a:buAutoNum type="arabicPeriod"/>
            </a:pPr>
            <a:r>
              <a:rPr lang="en-IE" b="1" i="0" dirty="0">
                <a:solidFill>
                  <a:srgbClr val="374151"/>
                </a:solidFill>
                <a:effectLst/>
                <a:latin typeface="Söhne"/>
              </a:rPr>
              <a:t>ML Explainable Approaches: </a:t>
            </a:r>
            <a:r>
              <a:rPr lang="en-IE" b="0" i="0" dirty="0">
                <a:solidFill>
                  <a:srgbClr val="374151"/>
                </a:solidFill>
                <a:effectLst/>
                <a:latin typeface="Söhne"/>
              </a:rPr>
              <a:t>Choose model-agnostic or model-specific methods. Consider local vs. global interpretation and surrogate models or visual aids.</a:t>
            </a:r>
          </a:p>
          <a:p>
            <a:pPr marL="514350" indent="-514350" algn="l">
              <a:lnSpc>
                <a:spcPct val="100000"/>
              </a:lnSpc>
              <a:buFont typeface="+mj-lt"/>
              <a:buAutoNum type="arabicPeriod"/>
            </a:pPr>
            <a:r>
              <a:rPr lang="en-IE" b="1" i="0" dirty="0">
                <a:solidFill>
                  <a:srgbClr val="374151"/>
                </a:solidFill>
                <a:effectLst/>
                <a:latin typeface="Söhne"/>
              </a:rPr>
              <a:t>Examples of Explainability Methods are </a:t>
            </a:r>
            <a:r>
              <a:rPr lang="en-IE" b="0" i="0" dirty="0">
                <a:solidFill>
                  <a:srgbClr val="374151"/>
                </a:solidFill>
                <a:effectLst/>
                <a:latin typeface="Söhne"/>
              </a:rPr>
              <a:t>LIME, SHAP, and LRP.</a:t>
            </a:r>
          </a:p>
        </p:txBody>
      </p:sp>
      <p:sp>
        <p:nvSpPr>
          <p:cNvPr id="4" name="Slide Number Placeholder 3">
            <a:extLst>
              <a:ext uri="{FF2B5EF4-FFF2-40B4-BE49-F238E27FC236}">
                <a16:creationId xmlns:a16="http://schemas.microsoft.com/office/drawing/2014/main" id="{83792BA2-C1C1-3082-A2A6-9339FD5DD124}"/>
              </a:ext>
            </a:extLst>
          </p:cNvPr>
          <p:cNvSpPr>
            <a:spLocks noGrp="1"/>
          </p:cNvSpPr>
          <p:nvPr>
            <p:ph type="sldNum" sz="quarter" idx="12"/>
          </p:nvPr>
        </p:nvSpPr>
        <p:spPr/>
        <p:txBody>
          <a:bodyPr/>
          <a:lstStyle/>
          <a:p>
            <a:fld id="{1AE971F0-0CD2-4C47-8087-EBCE9716EA84}" type="slidenum">
              <a:rPr lang="en-GB" smtClean="0"/>
              <a:pPr/>
              <a:t>3</a:t>
            </a:fld>
            <a:endParaRPr lang="en-GB" dirty="0"/>
          </a:p>
        </p:txBody>
      </p:sp>
    </p:spTree>
    <p:extLst>
      <p:ext uri="{BB962C8B-B14F-4D97-AF65-F5344CB8AC3E}">
        <p14:creationId xmlns:p14="http://schemas.microsoft.com/office/powerpoint/2010/main" val="1400718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CBD6D19-71CD-F0E4-63C7-6EC009295A59}"/>
              </a:ext>
            </a:extLst>
          </p:cNvPr>
          <p:cNvSpPr>
            <a:spLocks noGrp="1"/>
          </p:cNvSpPr>
          <p:nvPr>
            <p:ph type="title"/>
          </p:nvPr>
        </p:nvSpPr>
        <p:spPr>
          <a:xfrm>
            <a:off x="831850" y="4472610"/>
            <a:ext cx="10515600" cy="1567790"/>
          </a:xfrm>
        </p:spPr>
        <p:txBody>
          <a:bodyPr>
            <a:normAutofit fontScale="90000"/>
          </a:bodyPr>
          <a:lstStyle/>
          <a:p>
            <a:r>
              <a:rPr lang="en-GB" dirty="0"/>
              <a:t>Section 1 – Concepts in </a:t>
            </a:r>
            <a:r>
              <a:rPr lang="en-GB" dirty="0" err="1"/>
              <a:t>Explainability</a:t>
            </a:r>
            <a:endParaRPr lang="en-IE" dirty="0"/>
          </a:p>
        </p:txBody>
      </p:sp>
      <p:sp>
        <p:nvSpPr>
          <p:cNvPr id="7" name="Slide Number Placeholder 6">
            <a:extLst>
              <a:ext uri="{FF2B5EF4-FFF2-40B4-BE49-F238E27FC236}">
                <a16:creationId xmlns:a16="http://schemas.microsoft.com/office/drawing/2014/main" id="{6BA64DFD-193E-8E92-4B81-615BE8AC4947}"/>
              </a:ext>
            </a:extLst>
          </p:cNvPr>
          <p:cNvSpPr>
            <a:spLocks noGrp="1"/>
          </p:cNvSpPr>
          <p:nvPr>
            <p:ph type="sldNum" sz="quarter" idx="12"/>
          </p:nvPr>
        </p:nvSpPr>
        <p:spPr/>
        <p:txBody>
          <a:bodyPr/>
          <a:lstStyle/>
          <a:p>
            <a:fld id="{1AE971F0-0CD2-4C47-8087-EBCE9716EA84}" type="slidenum">
              <a:rPr lang="en-GB" smtClean="0"/>
              <a:t>4</a:t>
            </a:fld>
            <a:endParaRPr lang="en-GB"/>
          </a:p>
        </p:txBody>
      </p:sp>
      <p:pic>
        <p:nvPicPr>
          <p:cNvPr id="5" name="Picture 4">
            <a:extLst>
              <a:ext uri="{FF2B5EF4-FFF2-40B4-BE49-F238E27FC236}">
                <a16:creationId xmlns:a16="http://schemas.microsoft.com/office/drawing/2014/main" id="{C5F68C95-B3FB-7A97-193B-83818E2476E8}"/>
              </a:ext>
            </a:extLst>
          </p:cNvPr>
          <p:cNvPicPr>
            <a:picLocks noChangeAspect="1"/>
          </p:cNvPicPr>
          <p:nvPr/>
        </p:nvPicPr>
        <p:blipFill>
          <a:blip r:embed="rId3"/>
          <a:stretch>
            <a:fillRect/>
          </a:stretch>
        </p:blipFill>
        <p:spPr>
          <a:xfrm>
            <a:off x="4703064" y="1316736"/>
            <a:ext cx="2559304" cy="2559304"/>
          </a:xfrm>
          <a:prstGeom prst="rect">
            <a:avLst/>
          </a:prstGeom>
        </p:spPr>
      </p:pic>
    </p:spTree>
    <p:extLst>
      <p:ext uri="{BB962C8B-B14F-4D97-AF65-F5344CB8AC3E}">
        <p14:creationId xmlns:p14="http://schemas.microsoft.com/office/powerpoint/2010/main" val="3354459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A0B2D-4DD6-4E59-4974-FADEEECB5689}"/>
              </a:ext>
            </a:extLst>
          </p:cNvPr>
          <p:cNvSpPr>
            <a:spLocks noGrp="1"/>
          </p:cNvSpPr>
          <p:nvPr>
            <p:ph type="title"/>
          </p:nvPr>
        </p:nvSpPr>
        <p:spPr>
          <a:xfrm>
            <a:off x="838200" y="365126"/>
            <a:ext cx="10515600" cy="858764"/>
          </a:xfrm>
        </p:spPr>
        <p:txBody>
          <a:bodyPr/>
          <a:lstStyle/>
          <a:p>
            <a:r>
              <a:rPr lang="en-IE" dirty="0"/>
              <a:t>Concept of interpretability</a:t>
            </a:r>
          </a:p>
        </p:txBody>
      </p:sp>
      <p:sp>
        <p:nvSpPr>
          <p:cNvPr id="3" name="Content Placeholder 2">
            <a:extLst>
              <a:ext uri="{FF2B5EF4-FFF2-40B4-BE49-F238E27FC236}">
                <a16:creationId xmlns:a16="http://schemas.microsoft.com/office/drawing/2014/main" id="{4481FE4F-3046-C29A-83AB-A9D2B2960B73}"/>
              </a:ext>
            </a:extLst>
          </p:cNvPr>
          <p:cNvSpPr>
            <a:spLocks noGrp="1"/>
          </p:cNvSpPr>
          <p:nvPr>
            <p:ph idx="1"/>
          </p:nvPr>
        </p:nvSpPr>
        <p:spPr>
          <a:xfrm>
            <a:off x="838200" y="1696671"/>
            <a:ext cx="5590592" cy="4351338"/>
          </a:xfrm>
        </p:spPr>
        <p:txBody>
          <a:bodyPr>
            <a:normAutofit/>
          </a:bodyPr>
          <a:lstStyle/>
          <a:p>
            <a:pPr>
              <a:lnSpc>
                <a:spcPct val="100000"/>
              </a:lnSpc>
            </a:pPr>
            <a:r>
              <a:rPr lang="en-IE" dirty="0">
                <a:effectLst/>
                <a:latin typeface="NimbusRomNo9L"/>
              </a:rPr>
              <a:t>Interpretability refers to how easily an AI/ML model can be understood.</a:t>
            </a:r>
          </a:p>
          <a:p>
            <a:pPr>
              <a:lnSpc>
                <a:spcPct val="100000"/>
              </a:lnSpc>
            </a:pPr>
            <a:r>
              <a:rPr lang="en-IE" dirty="0">
                <a:effectLst/>
                <a:latin typeface="NimbusRomNo9L"/>
              </a:rPr>
              <a:t>It is determined by the inherent design of the model.</a:t>
            </a:r>
          </a:p>
          <a:p>
            <a:pPr>
              <a:lnSpc>
                <a:spcPct val="100000"/>
              </a:lnSpc>
            </a:pPr>
            <a:r>
              <a:rPr lang="en-IE" dirty="0">
                <a:effectLst/>
                <a:latin typeface="NimbusRomNo9L"/>
              </a:rPr>
              <a:t>Using a simple, human-readable model like a decision tree demonstrates good interpretability.</a:t>
            </a:r>
            <a:endParaRPr lang="en-IE" sz="4000" dirty="0"/>
          </a:p>
        </p:txBody>
      </p:sp>
      <p:sp>
        <p:nvSpPr>
          <p:cNvPr id="4" name="Slide Number Placeholder 3">
            <a:extLst>
              <a:ext uri="{FF2B5EF4-FFF2-40B4-BE49-F238E27FC236}">
                <a16:creationId xmlns:a16="http://schemas.microsoft.com/office/drawing/2014/main" id="{E8679626-D1E2-F0A9-DE73-2B3404483209}"/>
              </a:ext>
            </a:extLst>
          </p:cNvPr>
          <p:cNvSpPr>
            <a:spLocks noGrp="1"/>
          </p:cNvSpPr>
          <p:nvPr>
            <p:ph type="sldNum" sz="quarter" idx="12"/>
          </p:nvPr>
        </p:nvSpPr>
        <p:spPr/>
        <p:txBody>
          <a:bodyPr/>
          <a:lstStyle/>
          <a:p>
            <a:fld id="{1AE971F0-0CD2-4C47-8087-EBCE9716EA84}" type="slidenum">
              <a:rPr lang="en-GB" smtClean="0"/>
              <a:pPr/>
              <a:t>5</a:t>
            </a:fld>
            <a:endParaRPr lang="en-GB" dirty="0"/>
          </a:p>
        </p:txBody>
      </p:sp>
      <p:pic>
        <p:nvPicPr>
          <p:cNvPr id="1026" name="Picture 2" descr="The Decision Tree Result of Golf Objects | Download Scientific Diagram">
            <a:extLst>
              <a:ext uri="{FF2B5EF4-FFF2-40B4-BE49-F238E27FC236}">
                <a16:creationId xmlns:a16="http://schemas.microsoft.com/office/drawing/2014/main" id="{0F847CB1-1663-5647-901A-694AF6177A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1111" y="2296633"/>
            <a:ext cx="4680842" cy="2778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855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7CB39-176A-F901-8456-CD5847D15153}"/>
              </a:ext>
            </a:extLst>
          </p:cNvPr>
          <p:cNvSpPr>
            <a:spLocks noGrp="1"/>
          </p:cNvSpPr>
          <p:nvPr>
            <p:ph type="title"/>
          </p:nvPr>
        </p:nvSpPr>
        <p:spPr>
          <a:xfrm>
            <a:off x="420248" y="182246"/>
            <a:ext cx="10515600" cy="1140118"/>
          </a:xfrm>
        </p:spPr>
        <p:txBody>
          <a:bodyPr vert="horz" lIns="91440" tIns="45720" rIns="91440" bIns="45720" rtlCol="0" anchor="ctr">
            <a:normAutofit/>
          </a:bodyPr>
          <a:lstStyle/>
          <a:p>
            <a:r>
              <a:rPr lang="en-IE" sz="4800" dirty="0" err="1"/>
              <a:t>Explainability</a:t>
            </a:r>
            <a:endParaRPr lang="en-IE" sz="4800" dirty="0"/>
          </a:p>
        </p:txBody>
      </p:sp>
      <p:sp>
        <p:nvSpPr>
          <p:cNvPr id="3" name="Content Placeholder 2">
            <a:extLst>
              <a:ext uri="{FF2B5EF4-FFF2-40B4-BE49-F238E27FC236}">
                <a16:creationId xmlns:a16="http://schemas.microsoft.com/office/drawing/2014/main" id="{4C762297-828E-60D6-ED3C-7324FAA457E9}"/>
              </a:ext>
            </a:extLst>
          </p:cNvPr>
          <p:cNvSpPr>
            <a:spLocks noGrp="1"/>
          </p:cNvSpPr>
          <p:nvPr>
            <p:ph idx="1"/>
          </p:nvPr>
        </p:nvSpPr>
        <p:spPr>
          <a:xfrm>
            <a:off x="420248" y="1322364"/>
            <a:ext cx="8816518" cy="4351338"/>
          </a:xfrm>
        </p:spPr>
        <p:txBody>
          <a:bodyPr>
            <a:normAutofit fontScale="92500" lnSpcReduction="10000"/>
          </a:bodyPr>
          <a:lstStyle/>
          <a:p>
            <a:pPr>
              <a:lnSpc>
                <a:spcPct val="120000"/>
              </a:lnSpc>
            </a:pPr>
            <a:r>
              <a:rPr lang="en-IE" sz="2400" dirty="0">
                <a:effectLst/>
              </a:rPr>
              <a:t>Explainability clarifies an AI/ML model's internal workings for a specific audience.</a:t>
            </a:r>
          </a:p>
          <a:p>
            <a:pPr>
              <a:lnSpc>
                <a:spcPct val="120000"/>
              </a:lnSpc>
            </a:pPr>
            <a:r>
              <a:rPr lang="en-IE" sz="2400" dirty="0">
                <a:effectLst/>
              </a:rPr>
              <a:t>It involves </a:t>
            </a:r>
            <a:r>
              <a:rPr lang="en-IE" sz="2400" b="1" dirty="0">
                <a:effectLst/>
              </a:rPr>
              <a:t>providing information in statements</a:t>
            </a:r>
            <a:r>
              <a:rPr lang="en-IE" sz="2400" dirty="0">
                <a:effectLst/>
              </a:rPr>
              <a:t> to clarify, offer context, or justify a prediction.</a:t>
            </a:r>
          </a:p>
          <a:p>
            <a:pPr>
              <a:lnSpc>
                <a:spcPct val="120000"/>
              </a:lnSpc>
            </a:pPr>
            <a:r>
              <a:rPr lang="en-IE" sz="2400" dirty="0">
                <a:effectLst/>
              </a:rPr>
              <a:t>An example is creating a complex model that can explain why it made a specific decision.</a:t>
            </a:r>
          </a:p>
          <a:p>
            <a:pPr>
              <a:lnSpc>
                <a:spcPct val="120000"/>
              </a:lnSpc>
            </a:pPr>
            <a:r>
              <a:rPr lang="en-IE" sz="2400" dirty="0">
                <a:effectLst/>
              </a:rPr>
              <a:t>The target audience is crucial for </a:t>
            </a:r>
            <a:r>
              <a:rPr lang="en-IE" sz="2400" dirty="0" err="1">
                <a:effectLst/>
              </a:rPr>
              <a:t>explainability</a:t>
            </a:r>
            <a:r>
              <a:rPr lang="en-IE" sz="2400" dirty="0">
                <a:effectLst/>
              </a:rPr>
              <a:t>, as the type and comprehensibility of explanations depend on the recipient.</a:t>
            </a:r>
          </a:p>
          <a:p>
            <a:pPr>
              <a:lnSpc>
                <a:spcPct val="120000"/>
              </a:lnSpc>
            </a:pPr>
            <a:r>
              <a:rPr lang="en-IE" sz="2400" dirty="0">
                <a:effectLst/>
              </a:rPr>
              <a:t>What's evident to a group of doctors might be incomprehensible to a layperson.</a:t>
            </a:r>
            <a:endParaRPr lang="en-IE" sz="3600" dirty="0"/>
          </a:p>
        </p:txBody>
      </p:sp>
      <p:pic>
        <p:nvPicPr>
          <p:cNvPr id="4" name="Picture 3">
            <a:extLst>
              <a:ext uri="{FF2B5EF4-FFF2-40B4-BE49-F238E27FC236}">
                <a16:creationId xmlns:a16="http://schemas.microsoft.com/office/drawing/2014/main" id="{3858F6B0-A485-1F49-BC6C-63F9EE71DBDB}"/>
              </a:ext>
            </a:extLst>
          </p:cNvPr>
          <p:cNvPicPr>
            <a:picLocks noChangeAspect="1"/>
          </p:cNvPicPr>
          <p:nvPr/>
        </p:nvPicPr>
        <p:blipFill>
          <a:blip r:embed="rId3"/>
          <a:stretch>
            <a:fillRect/>
          </a:stretch>
        </p:blipFill>
        <p:spPr>
          <a:xfrm>
            <a:off x="9568069" y="404727"/>
            <a:ext cx="2300386" cy="2300386"/>
          </a:xfrm>
          <a:prstGeom prst="rect">
            <a:avLst/>
          </a:prstGeom>
        </p:spPr>
      </p:pic>
      <p:sp>
        <p:nvSpPr>
          <p:cNvPr id="5" name="Slide Number Placeholder 4">
            <a:extLst>
              <a:ext uri="{FF2B5EF4-FFF2-40B4-BE49-F238E27FC236}">
                <a16:creationId xmlns:a16="http://schemas.microsoft.com/office/drawing/2014/main" id="{83DD9AB0-8750-EEAF-8DA0-307B1721E6DE}"/>
              </a:ext>
            </a:extLst>
          </p:cNvPr>
          <p:cNvSpPr>
            <a:spLocks noGrp="1"/>
          </p:cNvSpPr>
          <p:nvPr>
            <p:ph type="sldNum" sz="quarter" idx="12"/>
          </p:nvPr>
        </p:nvSpPr>
        <p:spPr/>
        <p:txBody>
          <a:bodyPr/>
          <a:lstStyle/>
          <a:p>
            <a:fld id="{1AE971F0-0CD2-4C47-8087-EBCE9716EA84}" type="slidenum">
              <a:rPr lang="en-GB" smtClean="0"/>
              <a:pPr/>
              <a:t>6</a:t>
            </a:fld>
            <a:endParaRPr lang="en-GB" dirty="0"/>
          </a:p>
        </p:txBody>
      </p:sp>
    </p:spTree>
    <p:extLst>
      <p:ext uri="{BB962C8B-B14F-4D97-AF65-F5344CB8AC3E}">
        <p14:creationId xmlns:p14="http://schemas.microsoft.com/office/powerpoint/2010/main" val="4145781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16ACC-91E1-3950-1A88-063C9C3B80A3}"/>
              </a:ext>
            </a:extLst>
          </p:cNvPr>
          <p:cNvSpPr>
            <a:spLocks noGrp="1"/>
          </p:cNvSpPr>
          <p:nvPr>
            <p:ph type="title"/>
          </p:nvPr>
        </p:nvSpPr>
        <p:spPr/>
        <p:txBody>
          <a:bodyPr/>
          <a:lstStyle/>
          <a:p>
            <a:r>
              <a:rPr lang="en-IE" dirty="0"/>
              <a:t>The difference between </a:t>
            </a:r>
            <a:r>
              <a:rPr lang="en-IE" dirty="0" err="1"/>
              <a:t>Explainability</a:t>
            </a:r>
            <a:r>
              <a:rPr lang="en-IE" dirty="0"/>
              <a:t> and Interpretability</a:t>
            </a:r>
          </a:p>
        </p:txBody>
      </p:sp>
      <p:sp>
        <p:nvSpPr>
          <p:cNvPr id="3" name="Content Placeholder 2">
            <a:extLst>
              <a:ext uri="{FF2B5EF4-FFF2-40B4-BE49-F238E27FC236}">
                <a16:creationId xmlns:a16="http://schemas.microsoft.com/office/drawing/2014/main" id="{54EF06BD-0001-8B42-0AFD-B397303F0DD4}"/>
              </a:ext>
            </a:extLst>
          </p:cNvPr>
          <p:cNvSpPr>
            <a:spLocks noGrp="1"/>
          </p:cNvSpPr>
          <p:nvPr>
            <p:ph idx="1"/>
          </p:nvPr>
        </p:nvSpPr>
        <p:spPr/>
        <p:txBody>
          <a:bodyPr>
            <a:normAutofit fontScale="77500" lnSpcReduction="20000"/>
          </a:bodyPr>
          <a:lstStyle/>
          <a:p>
            <a:pPr algn="l">
              <a:lnSpc>
                <a:spcPct val="120000"/>
              </a:lnSpc>
              <a:buFont typeface="Arial" panose="020B0604020202020204" pitchFamily="34" charset="0"/>
              <a:buChar char="•"/>
            </a:pPr>
            <a:r>
              <a:rPr lang="en-IE" b="0" i="0" dirty="0">
                <a:effectLst/>
                <a:latin typeface="Söhne"/>
              </a:rPr>
              <a:t>Explainability involves customising knowledge for a specific user, making it more user-friendly.</a:t>
            </a:r>
          </a:p>
          <a:p>
            <a:pPr algn="l">
              <a:lnSpc>
                <a:spcPct val="120000"/>
              </a:lnSpc>
              <a:buFont typeface="Arial" panose="020B0604020202020204" pitchFamily="34" charset="0"/>
              <a:buChar char="•"/>
            </a:pPr>
            <a:r>
              <a:rPr lang="en-IE" b="0" i="0" dirty="0">
                <a:effectLst/>
                <a:latin typeface="Söhne"/>
              </a:rPr>
              <a:t>Interpretability is concerned with understanding the internal essence of the model.</a:t>
            </a:r>
          </a:p>
          <a:p>
            <a:pPr algn="l">
              <a:lnSpc>
                <a:spcPct val="120000"/>
              </a:lnSpc>
              <a:buFont typeface="Arial" panose="020B0604020202020204" pitchFamily="34" charset="0"/>
              <a:buChar char="•"/>
            </a:pPr>
            <a:r>
              <a:rPr lang="en-IE" b="0" i="0" dirty="0">
                <a:effectLst/>
                <a:latin typeface="Söhne"/>
              </a:rPr>
              <a:t>Some researchers prefer Interpretability (Interpretable ML) over Explainability (XAI) because they are concerned that explaining black-box models can lead to errors.</a:t>
            </a:r>
          </a:p>
          <a:p>
            <a:pPr algn="l">
              <a:lnSpc>
                <a:spcPct val="120000"/>
              </a:lnSpc>
              <a:buFont typeface="Arial" panose="020B0604020202020204" pitchFamily="34" charset="0"/>
              <a:buChar char="•"/>
            </a:pPr>
            <a:r>
              <a:rPr lang="en-IE" b="0" i="0" dirty="0">
                <a:effectLst/>
                <a:latin typeface="Söhne"/>
              </a:rPr>
              <a:t>XAI helps simplify complex models and assess their trustworthiness.</a:t>
            </a:r>
          </a:p>
          <a:p>
            <a:pPr algn="l">
              <a:lnSpc>
                <a:spcPct val="120000"/>
              </a:lnSpc>
              <a:buFont typeface="Arial" panose="020B0604020202020204" pitchFamily="34" charset="0"/>
              <a:buChar char="•"/>
            </a:pPr>
            <a:r>
              <a:rPr lang="en-IE" b="0" i="0" dirty="0">
                <a:effectLst/>
                <a:latin typeface="Söhne"/>
              </a:rPr>
              <a:t>XAI and Interpretability can complement each other, with one being more suitable in specific cases.</a:t>
            </a:r>
          </a:p>
          <a:p>
            <a:pPr algn="l">
              <a:lnSpc>
                <a:spcPct val="120000"/>
              </a:lnSpc>
              <a:buFont typeface="Arial" panose="020B0604020202020204" pitchFamily="34" charset="0"/>
              <a:buChar char="•"/>
            </a:pPr>
            <a:r>
              <a:rPr lang="en-IE" b="0" i="0" dirty="0">
                <a:effectLst/>
                <a:latin typeface="Söhne"/>
              </a:rPr>
              <a:t>"In-model" explainability involves using interpretable ML models alone or alongside black box models.</a:t>
            </a:r>
          </a:p>
        </p:txBody>
      </p:sp>
      <p:sp>
        <p:nvSpPr>
          <p:cNvPr id="4" name="Slide Number Placeholder 3">
            <a:extLst>
              <a:ext uri="{FF2B5EF4-FFF2-40B4-BE49-F238E27FC236}">
                <a16:creationId xmlns:a16="http://schemas.microsoft.com/office/drawing/2014/main" id="{5E778D1F-10D5-D2BD-6B3C-7A4F10B3689B}"/>
              </a:ext>
            </a:extLst>
          </p:cNvPr>
          <p:cNvSpPr>
            <a:spLocks noGrp="1"/>
          </p:cNvSpPr>
          <p:nvPr>
            <p:ph type="sldNum" sz="quarter" idx="12"/>
          </p:nvPr>
        </p:nvSpPr>
        <p:spPr/>
        <p:txBody>
          <a:bodyPr/>
          <a:lstStyle/>
          <a:p>
            <a:fld id="{1AE971F0-0CD2-4C47-8087-EBCE9716EA84}" type="slidenum">
              <a:rPr lang="en-GB" smtClean="0"/>
              <a:pPr/>
              <a:t>7</a:t>
            </a:fld>
            <a:endParaRPr lang="en-GB" dirty="0"/>
          </a:p>
        </p:txBody>
      </p:sp>
    </p:spTree>
    <p:extLst>
      <p:ext uri="{BB962C8B-B14F-4D97-AF65-F5344CB8AC3E}">
        <p14:creationId xmlns:p14="http://schemas.microsoft.com/office/powerpoint/2010/main" val="3157314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4E83F-B50C-B702-E0C4-7BB3946D30BE}"/>
              </a:ext>
            </a:extLst>
          </p:cNvPr>
          <p:cNvSpPr>
            <a:spLocks noGrp="1"/>
          </p:cNvSpPr>
          <p:nvPr>
            <p:ph type="title"/>
          </p:nvPr>
        </p:nvSpPr>
        <p:spPr>
          <a:xfrm>
            <a:off x="417084" y="1493827"/>
            <a:ext cx="3956541" cy="2281532"/>
          </a:xfrm>
        </p:spPr>
        <p:txBody>
          <a:bodyPr>
            <a:normAutofit fontScale="90000"/>
          </a:bodyPr>
          <a:lstStyle/>
          <a:p>
            <a:r>
              <a:rPr lang="en-IE" dirty="0"/>
              <a:t>Comparing performance with explainability</a:t>
            </a:r>
          </a:p>
        </p:txBody>
      </p:sp>
      <p:pic>
        <p:nvPicPr>
          <p:cNvPr id="3074" name="Picture 2" descr="Model explainability vs. model performance for widely used machine... |  Download Scientific Diagram">
            <a:extLst>
              <a:ext uri="{FF2B5EF4-FFF2-40B4-BE49-F238E27FC236}">
                <a16:creationId xmlns:a16="http://schemas.microsoft.com/office/drawing/2014/main" id="{54BEE5BB-622B-A644-EF19-03ADECD403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4881" y="310305"/>
            <a:ext cx="6738514" cy="597136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1923155-64D0-6A9D-8DAF-68F640B7DC7C}"/>
              </a:ext>
            </a:extLst>
          </p:cNvPr>
          <p:cNvSpPr txBox="1"/>
          <p:nvPr/>
        </p:nvSpPr>
        <p:spPr>
          <a:xfrm>
            <a:off x="165293" y="6334780"/>
            <a:ext cx="10849071" cy="523220"/>
          </a:xfrm>
          <a:prstGeom prst="rect">
            <a:avLst/>
          </a:prstGeom>
          <a:noFill/>
        </p:spPr>
        <p:txBody>
          <a:bodyPr wrap="square">
            <a:spAutoFit/>
          </a:bodyPr>
          <a:lstStyle/>
          <a:p>
            <a:r>
              <a:rPr lang="en-IE" sz="1400" b="0" i="0" dirty="0">
                <a:solidFill>
                  <a:schemeClr val="bg1"/>
                </a:solidFill>
                <a:effectLst/>
                <a:latin typeface="Arial" panose="020B0604020202020204" pitchFamily="34" charset="0"/>
              </a:rPr>
              <a:t>Yang, G., Ye, Q., &amp; Xia, J. (2022). Unbox the black-box for the medical explainable AI via multi-modal and multi-centre data fusion: A mini-review, two showcases and beyond. </a:t>
            </a:r>
            <a:r>
              <a:rPr lang="en-IE" sz="1400" b="0" i="1" dirty="0">
                <a:solidFill>
                  <a:schemeClr val="bg1"/>
                </a:solidFill>
                <a:effectLst/>
                <a:latin typeface="Arial" panose="020B0604020202020204" pitchFamily="34" charset="0"/>
              </a:rPr>
              <a:t>Information Fusion</a:t>
            </a:r>
            <a:r>
              <a:rPr lang="en-IE" sz="1400" b="0" i="0" dirty="0">
                <a:solidFill>
                  <a:schemeClr val="bg1"/>
                </a:solidFill>
                <a:effectLst/>
                <a:latin typeface="Arial" panose="020B0604020202020204" pitchFamily="34" charset="0"/>
              </a:rPr>
              <a:t>, </a:t>
            </a:r>
            <a:r>
              <a:rPr lang="en-IE" sz="1400" b="0" i="1" dirty="0">
                <a:solidFill>
                  <a:schemeClr val="bg1"/>
                </a:solidFill>
                <a:effectLst/>
                <a:latin typeface="Arial" panose="020B0604020202020204" pitchFamily="34" charset="0"/>
              </a:rPr>
              <a:t>77</a:t>
            </a:r>
            <a:r>
              <a:rPr lang="en-IE" sz="1400" b="0" i="0" dirty="0">
                <a:solidFill>
                  <a:schemeClr val="bg1"/>
                </a:solidFill>
                <a:effectLst/>
                <a:latin typeface="Arial" panose="020B0604020202020204" pitchFamily="34" charset="0"/>
              </a:rPr>
              <a:t>, 29-52.</a:t>
            </a:r>
            <a:endParaRPr lang="en-IE" sz="1400" dirty="0">
              <a:solidFill>
                <a:schemeClr val="bg1"/>
              </a:solidFill>
            </a:endParaRPr>
          </a:p>
        </p:txBody>
      </p:sp>
      <p:sp>
        <p:nvSpPr>
          <p:cNvPr id="3" name="Slide Number Placeholder 2">
            <a:extLst>
              <a:ext uri="{FF2B5EF4-FFF2-40B4-BE49-F238E27FC236}">
                <a16:creationId xmlns:a16="http://schemas.microsoft.com/office/drawing/2014/main" id="{2F81E254-D191-A786-82E2-821EA865D2D7}"/>
              </a:ext>
            </a:extLst>
          </p:cNvPr>
          <p:cNvSpPr>
            <a:spLocks noGrp="1"/>
          </p:cNvSpPr>
          <p:nvPr>
            <p:ph type="sldNum" sz="quarter" idx="12"/>
          </p:nvPr>
        </p:nvSpPr>
        <p:spPr/>
        <p:txBody>
          <a:bodyPr/>
          <a:lstStyle/>
          <a:p>
            <a:fld id="{1AE971F0-0CD2-4C47-8087-EBCE9716EA84}" type="slidenum">
              <a:rPr lang="en-GB" smtClean="0"/>
              <a:pPr/>
              <a:t>8</a:t>
            </a:fld>
            <a:endParaRPr lang="en-GB" dirty="0"/>
          </a:p>
        </p:txBody>
      </p:sp>
      <p:sp>
        <p:nvSpPr>
          <p:cNvPr id="5" name="TextBox 4">
            <a:extLst>
              <a:ext uri="{FF2B5EF4-FFF2-40B4-BE49-F238E27FC236}">
                <a16:creationId xmlns:a16="http://schemas.microsoft.com/office/drawing/2014/main" id="{F925BA80-2332-28C3-29F4-428B918396A0}"/>
              </a:ext>
            </a:extLst>
          </p:cNvPr>
          <p:cNvSpPr txBox="1"/>
          <p:nvPr/>
        </p:nvSpPr>
        <p:spPr>
          <a:xfrm>
            <a:off x="7793709" y="5938714"/>
            <a:ext cx="1633781" cy="369332"/>
          </a:xfrm>
          <a:prstGeom prst="rect">
            <a:avLst/>
          </a:prstGeom>
          <a:solidFill>
            <a:schemeClr val="accent1"/>
          </a:solidFill>
        </p:spPr>
        <p:txBody>
          <a:bodyPr wrap="none" rtlCol="0">
            <a:spAutoFit/>
          </a:bodyPr>
          <a:lstStyle/>
          <a:p>
            <a:r>
              <a:rPr lang="en-IE" dirty="0"/>
              <a:t>Interpretability</a:t>
            </a:r>
          </a:p>
        </p:txBody>
      </p:sp>
    </p:spTree>
    <p:extLst>
      <p:ext uri="{BB962C8B-B14F-4D97-AF65-F5344CB8AC3E}">
        <p14:creationId xmlns:p14="http://schemas.microsoft.com/office/powerpoint/2010/main" val="632641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641A4-B6EB-FC9D-FF04-9D85AE2B48BC}"/>
              </a:ext>
            </a:extLst>
          </p:cNvPr>
          <p:cNvSpPr>
            <a:spLocks noGrp="1"/>
          </p:cNvSpPr>
          <p:nvPr>
            <p:ph type="ctrTitle"/>
          </p:nvPr>
        </p:nvSpPr>
        <p:spPr/>
        <p:txBody>
          <a:bodyPr/>
          <a:lstStyle/>
          <a:p>
            <a:r>
              <a:rPr lang="en-IE" dirty="0"/>
              <a:t>Introducing the different concepts</a:t>
            </a:r>
          </a:p>
        </p:txBody>
      </p:sp>
      <p:sp>
        <p:nvSpPr>
          <p:cNvPr id="3" name="Subtitle 2">
            <a:extLst>
              <a:ext uri="{FF2B5EF4-FFF2-40B4-BE49-F238E27FC236}">
                <a16:creationId xmlns:a16="http://schemas.microsoft.com/office/drawing/2014/main" id="{C2D72861-CF6D-7347-E07E-A0AF414C58A2}"/>
              </a:ext>
            </a:extLst>
          </p:cNvPr>
          <p:cNvSpPr>
            <a:spLocks noGrp="1"/>
          </p:cNvSpPr>
          <p:nvPr>
            <p:ph type="subTitle" idx="1"/>
          </p:nvPr>
        </p:nvSpPr>
        <p:spPr/>
        <p:txBody>
          <a:bodyPr/>
          <a:lstStyle/>
          <a:p>
            <a:endParaRPr lang="en-IE"/>
          </a:p>
        </p:txBody>
      </p:sp>
    </p:spTree>
    <p:extLst>
      <p:ext uri="{BB962C8B-B14F-4D97-AF65-F5344CB8AC3E}">
        <p14:creationId xmlns:p14="http://schemas.microsoft.com/office/powerpoint/2010/main" val="2177276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7CB39-176A-F901-8456-CD5847D15153}"/>
              </a:ext>
            </a:extLst>
          </p:cNvPr>
          <p:cNvSpPr>
            <a:spLocks noGrp="1"/>
          </p:cNvSpPr>
          <p:nvPr>
            <p:ph type="title"/>
          </p:nvPr>
        </p:nvSpPr>
        <p:spPr>
          <a:xfrm>
            <a:off x="458372" y="196312"/>
            <a:ext cx="10515600" cy="830629"/>
          </a:xfrm>
        </p:spPr>
        <p:txBody>
          <a:bodyPr/>
          <a:lstStyle/>
          <a:p>
            <a:r>
              <a:rPr lang="en-IE" dirty="0"/>
              <a:t>Accountability</a:t>
            </a:r>
          </a:p>
        </p:txBody>
      </p:sp>
      <p:sp>
        <p:nvSpPr>
          <p:cNvPr id="3" name="Content Placeholder 2">
            <a:extLst>
              <a:ext uri="{FF2B5EF4-FFF2-40B4-BE49-F238E27FC236}">
                <a16:creationId xmlns:a16="http://schemas.microsoft.com/office/drawing/2014/main" id="{4C762297-828E-60D6-ED3C-7324FAA457E9}"/>
              </a:ext>
            </a:extLst>
          </p:cNvPr>
          <p:cNvSpPr>
            <a:spLocks noGrp="1"/>
          </p:cNvSpPr>
          <p:nvPr>
            <p:ph idx="1"/>
          </p:nvPr>
        </p:nvSpPr>
        <p:spPr>
          <a:xfrm>
            <a:off x="312598" y="1064713"/>
            <a:ext cx="8685628" cy="5285763"/>
          </a:xfrm>
        </p:spPr>
        <p:txBody>
          <a:bodyPr>
            <a:normAutofit fontScale="70000" lnSpcReduction="20000"/>
          </a:bodyPr>
          <a:lstStyle/>
          <a:p>
            <a:pPr algn="l">
              <a:lnSpc>
                <a:spcPct val="120000"/>
              </a:lnSpc>
              <a:buFont typeface="Arial" panose="020B0604020202020204" pitchFamily="34" charset="0"/>
              <a:buChar char="•"/>
            </a:pPr>
            <a:r>
              <a:rPr lang="en-IE" dirty="0"/>
              <a:t>Accountability in data protection is crucial, spanning various fields like finance and accounting.</a:t>
            </a:r>
          </a:p>
          <a:p>
            <a:pPr algn="l">
              <a:lnSpc>
                <a:spcPct val="120000"/>
              </a:lnSpc>
              <a:buFont typeface="Arial" panose="020B0604020202020204" pitchFamily="34" charset="0"/>
              <a:buChar char="•"/>
            </a:pPr>
            <a:r>
              <a:rPr lang="en-IE" dirty="0"/>
              <a:t>High-profile scandals in the 1990s necessitated increased accountability in financial institutions.</a:t>
            </a:r>
          </a:p>
          <a:p>
            <a:pPr algn="l">
              <a:lnSpc>
                <a:spcPct val="120000"/>
              </a:lnSpc>
              <a:buFont typeface="Arial" panose="020B0604020202020204" pitchFamily="34" charset="0"/>
              <a:buChar char="•"/>
            </a:pPr>
            <a:r>
              <a:rPr lang="en-IE" dirty="0"/>
              <a:t>Accountability involves holding individuals and companies responsible for their actions, with legal consequences for negligence.</a:t>
            </a:r>
          </a:p>
          <a:p>
            <a:pPr algn="l">
              <a:lnSpc>
                <a:spcPct val="120000"/>
              </a:lnSpc>
              <a:buFont typeface="Arial" panose="020B0604020202020204" pitchFamily="34" charset="0"/>
              <a:buChar char="•"/>
            </a:pPr>
            <a:r>
              <a:rPr lang="en-IE" dirty="0"/>
              <a:t>External auditors periodically examined companies to ensure accountability.</a:t>
            </a:r>
          </a:p>
          <a:p>
            <a:pPr algn="l">
              <a:lnSpc>
                <a:spcPct val="120000"/>
              </a:lnSpc>
              <a:buFont typeface="Arial" panose="020B0604020202020204" pitchFamily="34" charset="0"/>
              <a:buChar char="•"/>
            </a:pPr>
            <a:r>
              <a:rPr lang="en-IE" dirty="0"/>
              <a:t>Explainable Artificial Intelligence (XAI) requires providing justifications for actions to a relevant audience.</a:t>
            </a:r>
          </a:p>
          <a:p>
            <a:pPr algn="l">
              <a:lnSpc>
                <a:spcPct val="120000"/>
              </a:lnSpc>
              <a:buFont typeface="Arial" panose="020B0604020202020204" pitchFamily="34" charset="0"/>
              <a:buChar char="•"/>
            </a:pPr>
            <a:r>
              <a:rPr lang="en-IE" dirty="0"/>
              <a:t>If an algorithm discriminates against someone, an explanation is needed for justice.</a:t>
            </a:r>
          </a:p>
          <a:p>
            <a:pPr algn="l">
              <a:lnSpc>
                <a:spcPct val="120000"/>
              </a:lnSpc>
              <a:buFont typeface="Arial" panose="020B0604020202020204" pitchFamily="34" charset="0"/>
              <a:buChar char="•"/>
            </a:pPr>
            <a:r>
              <a:rPr lang="en-IE" dirty="0"/>
              <a:t>Companies and organisations must align their technology with regulations like GDPR to ensure accountability.</a:t>
            </a:r>
          </a:p>
        </p:txBody>
      </p:sp>
      <p:pic>
        <p:nvPicPr>
          <p:cNvPr id="4" name="Picture 3">
            <a:extLst>
              <a:ext uri="{FF2B5EF4-FFF2-40B4-BE49-F238E27FC236}">
                <a16:creationId xmlns:a16="http://schemas.microsoft.com/office/drawing/2014/main" id="{6B8DAB24-B7DA-C895-4F87-703F9441BD0E}"/>
              </a:ext>
            </a:extLst>
          </p:cNvPr>
          <p:cNvPicPr>
            <a:picLocks noChangeAspect="1"/>
          </p:cNvPicPr>
          <p:nvPr/>
        </p:nvPicPr>
        <p:blipFill>
          <a:blip r:embed="rId3"/>
          <a:stretch>
            <a:fillRect/>
          </a:stretch>
        </p:blipFill>
        <p:spPr>
          <a:xfrm>
            <a:off x="9356034" y="826189"/>
            <a:ext cx="2672250" cy="2672250"/>
          </a:xfrm>
          <a:prstGeom prst="rect">
            <a:avLst/>
          </a:prstGeom>
        </p:spPr>
      </p:pic>
      <p:sp>
        <p:nvSpPr>
          <p:cNvPr id="5" name="Slide Number Placeholder 4">
            <a:extLst>
              <a:ext uri="{FF2B5EF4-FFF2-40B4-BE49-F238E27FC236}">
                <a16:creationId xmlns:a16="http://schemas.microsoft.com/office/drawing/2014/main" id="{8697D2D3-6B74-4442-F6DB-00A211D53966}"/>
              </a:ext>
            </a:extLst>
          </p:cNvPr>
          <p:cNvSpPr>
            <a:spLocks noGrp="1"/>
          </p:cNvSpPr>
          <p:nvPr>
            <p:ph type="sldNum" sz="quarter" idx="12"/>
          </p:nvPr>
        </p:nvSpPr>
        <p:spPr/>
        <p:txBody>
          <a:bodyPr/>
          <a:lstStyle/>
          <a:p>
            <a:fld id="{1AE971F0-0CD2-4C47-8087-EBCE9716EA84}" type="slidenum">
              <a:rPr lang="en-GB" smtClean="0"/>
              <a:pPr/>
              <a:t>10</a:t>
            </a:fld>
            <a:endParaRPr lang="en-GB" dirty="0"/>
          </a:p>
        </p:txBody>
      </p:sp>
    </p:spTree>
    <p:extLst>
      <p:ext uri="{BB962C8B-B14F-4D97-AF65-F5344CB8AC3E}">
        <p14:creationId xmlns:p14="http://schemas.microsoft.com/office/powerpoint/2010/main" val="1466989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2434E-68A1-123E-9CEE-E314152CF81F}"/>
              </a:ext>
            </a:extLst>
          </p:cNvPr>
          <p:cNvSpPr>
            <a:spLocks noGrp="1"/>
          </p:cNvSpPr>
          <p:nvPr>
            <p:ph type="title"/>
          </p:nvPr>
        </p:nvSpPr>
        <p:spPr>
          <a:xfrm>
            <a:off x="545123" y="261955"/>
            <a:ext cx="10515600" cy="1018198"/>
          </a:xfrm>
        </p:spPr>
        <p:txBody>
          <a:bodyPr/>
          <a:lstStyle/>
          <a:p>
            <a:r>
              <a:rPr lang="en-IE" dirty="0"/>
              <a:t>Trustworthiness</a:t>
            </a:r>
          </a:p>
        </p:txBody>
      </p:sp>
      <p:sp>
        <p:nvSpPr>
          <p:cNvPr id="3" name="Content Placeholder 2">
            <a:extLst>
              <a:ext uri="{FF2B5EF4-FFF2-40B4-BE49-F238E27FC236}">
                <a16:creationId xmlns:a16="http://schemas.microsoft.com/office/drawing/2014/main" id="{4A02C5CD-B3FD-99F0-04E3-AF8D6FAE9B08}"/>
              </a:ext>
            </a:extLst>
          </p:cNvPr>
          <p:cNvSpPr>
            <a:spLocks noGrp="1"/>
          </p:cNvSpPr>
          <p:nvPr>
            <p:ph idx="1"/>
          </p:nvPr>
        </p:nvSpPr>
        <p:spPr>
          <a:xfrm>
            <a:off x="545123" y="1280153"/>
            <a:ext cx="8015556" cy="4351338"/>
          </a:xfrm>
        </p:spPr>
        <p:txBody>
          <a:bodyPr>
            <a:normAutofit fontScale="77500" lnSpcReduction="20000"/>
          </a:bodyPr>
          <a:lstStyle/>
          <a:p>
            <a:pPr>
              <a:lnSpc>
                <a:spcPct val="120000"/>
              </a:lnSpc>
            </a:pPr>
            <a:r>
              <a:rPr lang="en-IE" b="0" i="0" dirty="0">
                <a:effectLst/>
                <a:latin typeface="Söhne"/>
              </a:rPr>
              <a:t>Professionals require clear explanations to trust models' predictions.</a:t>
            </a:r>
          </a:p>
          <a:p>
            <a:pPr>
              <a:lnSpc>
                <a:spcPct val="120000"/>
              </a:lnSpc>
            </a:pPr>
            <a:r>
              <a:rPr lang="en-IE" b="0" i="0" dirty="0">
                <a:effectLst/>
                <a:latin typeface="Söhne"/>
              </a:rPr>
              <a:t>Researchers initially prioritised model accuracy over explainability.</a:t>
            </a:r>
          </a:p>
          <a:p>
            <a:pPr>
              <a:lnSpc>
                <a:spcPct val="120000"/>
              </a:lnSpc>
            </a:pPr>
            <a:r>
              <a:rPr lang="en-IE" b="0" i="0" dirty="0">
                <a:effectLst/>
                <a:latin typeface="Söhne"/>
              </a:rPr>
              <a:t>The importance of </a:t>
            </a:r>
            <a:r>
              <a:rPr lang="en-IE" b="0" i="0" dirty="0" err="1">
                <a:effectLst/>
                <a:latin typeface="Söhne"/>
              </a:rPr>
              <a:t>explainability</a:t>
            </a:r>
            <a:r>
              <a:rPr lang="en-IE" b="0" i="0" dirty="0">
                <a:effectLst/>
                <a:latin typeface="Söhne"/>
              </a:rPr>
              <a:t> became evident when professionals hesitated to use models without clear explanations.</a:t>
            </a:r>
          </a:p>
          <a:p>
            <a:pPr>
              <a:lnSpc>
                <a:spcPct val="120000"/>
              </a:lnSpc>
            </a:pPr>
            <a:r>
              <a:rPr lang="en-IE" b="0" i="0" dirty="0">
                <a:effectLst/>
                <a:latin typeface="Söhne"/>
              </a:rPr>
              <a:t>Trust in ML models is crucial for professionals to make decisions using them confidently.</a:t>
            </a:r>
          </a:p>
          <a:p>
            <a:pPr>
              <a:lnSpc>
                <a:spcPct val="120000"/>
              </a:lnSpc>
            </a:pPr>
            <a:r>
              <a:rPr lang="en-IE" b="0" i="0" dirty="0">
                <a:effectLst/>
                <a:latin typeface="Söhne"/>
              </a:rPr>
              <a:t>Trustworthiness is established by providing evidence and logical explanations for predictions.</a:t>
            </a:r>
          </a:p>
        </p:txBody>
      </p:sp>
      <p:pic>
        <p:nvPicPr>
          <p:cNvPr id="4" name="Picture 3">
            <a:extLst>
              <a:ext uri="{FF2B5EF4-FFF2-40B4-BE49-F238E27FC236}">
                <a16:creationId xmlns:a16="http://schemas.microsoft.com/office/drawing/2014/main" id="{0CBFA149-C9CA-D583-B2A5-29D679B34CE9}"/>
              </a:ext>
            </a:extLst>
          </p:cNvPr>
          <p:cNvPicPr>
            <a:picLocks noChangeAspect="1"/>
          </p:cNvPicPr>
          <p:nvPr/>
        </p:nvPicPr>
        <p:blipFill>
          <a:blip r:embed="rId3"/>
          <a:stretch>
            <a:fillRect/>
          </a:stretch>
        </p:blipFill>
        <p:spPr>
          <a:xfrm>
            <a:off x="8560679" y="1027906"/>
            <a:ext cx="3251200" cy="3251200"/>
          </a:xfrm>
          <a:prstGeom prst="rect">
            <a:avLst/>
          </a:prstGeom>
        </p:spPr>
      </p:pic>
      <p:sp>
        <p:nvSpPr>
          <p:cNvPr id="5" name="Slide Number Placeholder 4">
            <a:extLst>
              <a:ext uri="{FF2B5EF4-FFF2-40B4-BE49-F238E27FC236}">
                <a16:creationId xmlns:a16="http://schemas.microsoft.com/office/drawing/2014/main" id="{123980E4-E06D-45EA-4060-E0E92B3EAFEA}"/>
              </a:ext>
            </a:extLst>
          </p:cNvPr>
          <p:cNvSpPr>
            <a:spLocks noGrp="1"/>
          </p:cNvSpPr>
          <p:nvPr>
            <p:ph type="sldNum" sz="quarter" idx="12"/>
          </p:nvPr>
        </p:nvSpPr>
        <p:spPr/>
        <p:txBody>
          <a:bodyPr/>
          <a:lstStyle/>
          <a:p>
            <a:fld id="{1AE971F0-0CD2-4C47-8087-EBCE9716EA84}" type="slidenum">
              <a:rPr lang="en-GB" smtClean="0"/>
              <a:pPr/>
              <a:t>11</a:t>
            </a:fld>
            <a:endParaRPr lang="en-GB" dirty="0"/>
          </a:p>
        </p:txBody>
      </p:sp>
    </p:spTree>
    <p:extLst>
      <p:ext uri="{BB962C8B-B14F-4D97-AF65-F5344CB8AC3E}">
        <p14:creationId xmlns:p14="http://schemas.microsoft.com/office/powerpoint/2010/main" val="616239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A0F7D-4A57-0764-2F7B-FA0E45625225}"/>
              </a:ext>
            </a:extLst>
          </p:cNvPr>
          <p:cNvSpPr>
            <a:spLocks noGrp="1"/>
          </p:cNvSpPr>
          <p:nvPr>
            <p:ph type="title"/>
          </p:nvPr>
        </p:nvSpPr>
        <p:spPr>
          <a:xfrm>
            <a:off x="388034" y="125975"/>
            <a:ext cx="10515600" cy="964272"/>
          </a:xfrm>
        </p:spPr>
        <p:txBody>
          <a:bodyPr/>
          <a:lstStyle/>
          <a:p>
            <a:r>
              <a:rPr lang="en-IE" dirty="0"/>
              <a:t>Causality</a:t>
            </a:r>
          </a:p>
        </p:txBody>
      </p:sp>
      <p:sp>
        <p:nvSpPr>
          <p:cNvPr id="3" name="Content Placeholder 2">
            <a:extLst>
              <a:ext uri="{FF2B5EF4-FFF2-40B4-BE49-F238E27FC236}">
                <a16:creationId xmlns:a16="http://schemas.microsoft.com/office/drawing/2014/main" id="{C6475948-4A37-4973-6212-5895937000FD}"/>
              </a:ext>
            </a:extLst>
          </p:cNvPr>
          <p:cNvSpPr>
            <a:spLocks noGrp="1"/>
          </p:cNvSpPr>
          <p:nvPr>
            <p:ph idx="1"/>
          </p:nvPr>
        </p:nvSpPr>
        <p:spPr>
          <a:xfrm>
            <a:off x="493178" y="1264616"/>
            <a:ext cx="8117422" cy="4949263"/>
          </a:xfrm>
        </p:spPr>
        <p:txBody>
          <a:bodyPr vert="horz" lIns="91440" tIns="45720" rIns="91440" bIns="45720" rtlCol="0">
            <a:normAutofit fontScale="70000" lnSpcReduction="20000"/>
          </a:bodyPr>
          <a:lstStyle/>
          <a:p>
            <a:pPr>
              <a:lnSpc>
                <a:spcPct val="120000"/>
              </a:lnSpc>
            </a:pPr>
            <a:r>
              <a:rPr lang="en-IE" dirty="0">
                <a:latin typeface="NimbusRomNo9L"/>
              </a:rPr>
              <a:t>Many modern machine learning methods, including Deep Learning, require extensive data to identify correlations and patterns related to various causes.</a:t>
            </a:r>
          </a:p>
          <a:p>
            <a:pPr>
              <a:lnSpc>
                <a:spcPct val="120000"/>
              </a:lnSpc>
            </a:pPr>
            <a:r>
              <a:rPr lang="en-IE" dirty="0">
                <a:latin typeface="NimbusRomNo9L"/>
              </a:rPr>
              <a:t>It's crucial to differentiate between correlation and causation in these models.</a:t>
            </a:r>
          </a:p>
          <a:p>
            <a:pPr>
              <a:lnSpc>
                <a:spcPct val="120000"/>
              </a:lnSpc>
            </a:pPr>
            <a:r>
              <a:rPr lang="en-IE" dirty="0">
                <a:latin typeface="NimbusRomNo9L"/>
              </a:rPr>
              <a:t>Models primarily based on correlation cannot generalise and adapt to new situations. For instance, a model trained on one type of camera may struggle with images from a different camera.</a:t>
            </a:r>
          </a:p>
          <a:p>
            <a:pPr>
              <a:lnSpc>
                <a:spcPct val="120000"/>
              </a:lnSpc>
            </a:pPr>
            <a:r>
              <a:rPr lang="en-IE" dirty="0">
                <a:latin typeface="NimbusRomNo9L"/>
              </a:rPr>
              <a:t>There's a need for models that can detect cause-effect relationships and adapt to changing environments. Examples of cause-effect relations include things breaking when they're hit or falling from a table's edge.</a:t>
            </a:r>
          </a:p>
          <a:p>
            <a:pPr>
              <a:lnSpc>
                <a:spcPct val="120000"/>
              </a:lnSpc>
            </a:pPr>
            <a:r>
              <a:rPr lang="en-IE" dirty="0">
                <a:latin typeface="NimbusRomNo9L"/>
              </a:rPr>
              <a:t>Developing models that understand the underlying logic between different events can lead to better and more satisfactory explanations.</a:t>
            </a:r>
          </a:p>
        </p:txBody>
      </p:sp>
      <p:pic>
        <p:nvPicPr>
          <p:cNvPr id="4" name="Picture 3">
            <a:extLst>
              <a:ext uri="{FF2B5EF4-FFF2-40B4-BE49-F238E27FC236}">
                <a16:creationId xmlns:a16="http://schemas.microsoft.com/office/drawing/2014/main" id="{9D079A34-81F1-6B63-5FBA-641D3AAA6DCF}"/>
              </a:ext>
            </a:extLst>
          </p:cNvPr>
          <p:cNvPicPr>
            <a:picLocks noChangeAspect="1"/>
          </p:cNvPicPr>
          <p:nvPr/>
        </p:nvPicPr>
        <p:blipFill>
          <a:blip r:embed="rId3"/>
          <a:stretch>
            <a:fillRect/>
          </a:stretch>
        </p:blipFill>
        <p:spPr>
          <a:xfrm>
            <a:off x="8693834" y="1690689"/>
            <a:ext cx="3217176" cy="3217176"/>
          </a:xfrm>
          <a:prstGeom prst="rect">
            <a:avLst/>
          </a:prstGeom>
        </p:spPr>
      </p:pic>
      <p:sp>
        <p:nvSpPr>
          <p:cNvPr id="5" name="Slide Number Placeholder 4">
            <a:extLst>
              <a:ext uri="{FF2B5EF4-FFF2-40B4-BE49-F238E27FC236}">
                <a16:creationId xmlns:a16="http://schemas.microsoft.com/office/drawing/2014/main" id="{47365C9B-FA83-0689-5D93-7C02FD0890FC}"/>
              </a:ext>
            </a:extLst>
          </p:cNvPr>
          <p:cNvSpPr>
            <a:spLocks noGrp="1"/>
          </p:cNvSpPr>
          <p:nvPr>
            <p:ph type="sldNum" sz="quarter" idx="12"/>
          </p:nvPr>
        </p:nvSpPr>
        <p:spPr/>
        <p:txBody>
          <a:bodyPr/>
          <a:lstStyle/>
          <a:p>
            <a:fld id="{1AE971F0-0CD2-4C47-8087-EBCE9716EA84}" type="slidenum">
              <a:rPr lang="en-GB" smtClean="0"/>
              <a:pPr/>
              <a:t>12</a:t>
            </a:fld>
            <a:endParaRPr lang="en-GB" dirty="0"/>
          </a:p>
        </p:txBody>
      </p:sp>
    </p:spTree>
    <p:extLst>
      <p:ext uri="{BB962C8B-B14F-4D97-AF65-F5344CB8AC3E}">
        <p14:creationId xmlns:p14="http://schemas.microsoft.com/office/powerpoint/2010/main" val="4077141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A5AEF-A8E4-E7F9-060E-BD2C64809CD2}"/>
              </a:ext>
            </a:extLst>
          </p:cNvPr>
          <p:cNvSpPr>
            <a:spLocks noGrp="1"/>
          </p:cNvSpPr>
          <p:nvPr>
            <p:ph type="title"/>
          </p:nvPr>
        </p:nvSpPr>
        <p:spPr>
          <a:xfrm>
            <a:off x="838200" y="251047"/>
            <a:ext cx="10515600" cy="1325563"/>
          </a:xfrm>
        </p:spPr>
        <p:txBody>
          <a:bodyPr/>
          <a:lstStyle/>
          <a:p>
            <a:r>
              <a:rPr lang="en-IE" dirty="0"/>
              <a:t>Difference between correlation and cause-effect</a:t>
            </a:r>
          </a:p>
        </p:txBody>
      </p:sp>
      <p:sp>
        <p:nvSpPr>
          <p:cNvPr id="4" name="Slide Number Placeholder 3">
            <a:extLst>
              <a:ext uri="{FF2B5EF4-FFF2-40B4-BE49-F238E27FC236}">
                <a16:creationId xmlns:a16="http://schemas.microsoft.com/office/drawing/2014/main" id="{FBC17A2A-3645-2400-1D0A-D0B0B9372FC5}"/>
              </a:ext>
            </a:extLst>
          </p:cNvPr>
          <p:cNvSpPr>
            <a:spLocks noGrp="1"/>
          </p:cNvSpPr>
          <p:nvPr>
            <p:ph type="sldNum" sz="quarter" idx="12"/>
          </p:nvPr>
        </p:nvSpPr>
        <p:spPr/>
        <p:txBody>
          <a:bodyPr/>
          <a:lstStyle/>
          <a:p>
            <a:fld id="{1AE971F0-0CD2-4C47-8087-EBCE9716EA84}" type="slidenum">
              <a:rPr lang="en-GB" smtClean="0"/>
              <a:pPr/>
              <a:t>13</a:t>
            </a:fld>
            <a:endParaRPr lang="en-GB" dirty="0"/>
          </a:p>
        </p:txBody>
      </p:sp>
      <p:pic>
        <p:nvPicPr>
          <p:cNvPr id="1026" name="Picture 2" descr="Easy hack for parents to cut costs on days out &amp; endless snacks during  summer - RSVP Live">
            <a:extLst>
              <a:ext uri="{FF2B5EF4-FFF2-40B4-BE49-F238E27FC236}">
                <a16:creationId xmlns:a16="http://schemas.microsoft.com/office/drawing/2014/main" id="{82987EF1-B7C3-F208-8836-74043687ED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5696" y="1844749"/>
            <a:ext cx="3168502" cy="316850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81379AE-803D-4E1B-3917-BA6C35FA7EC7}"/>
              </a:ext>
            </a:extLst>
          </p:cNvPr>
          <p:cNvSpPr txBox="1"/>
          <p:nvPr/>
        </p:nvSpPr>
        <p:spPr>
          <a:xfrm>
            <a:off x="1801091" y="5167312"/>
            <a:ext cx="3539109" cy="923330"/>
          </a:xfrm>
          <a:prstGeom prst="rect">
            <a:avLst/>
          </a:prstGeom>
          <a:solidFill>
            <a:schemeClr val="tx1"/>
          </a:solidFill>
          <a:ln>
            <a:solidFill>
              <a:schemeClr val="tx1"/>
            </a:solidFill>
          </a:ln>
        </p:spPr>
        <p:txBody>
          <a:bodyPr wrap="square" rtlCol="0">
            <a:spAutoFit/>
          </a:bodyPr>
          <a:lstStyle/>
          <a:p>
            <a:pPr algn="ctr"/>
            <a:r>
              <a:rPr lang="en-IE" dirty="0">
                <a:solidFill>
                  <a:schemeClr val="accent4">
                    <a:lumMod val="20000"/>
                    <a:lumOff val="80000"/>
                  </a:schemeClr>
                </a:solidFill>
              </a:rPr>
              <a:t>There is a </a:t>
            </a:r>
            <a:r>
              <a:rPr lang="en-IE" b="1" dirty="0">
                <a:solidFill>
                  <a:schemeClr val="accent4">
                    <a:lumMod val="20000"/>
                    <a:lumOff val="80000"/>
                  </a:schemeClr>
                </a:solidFill>
              </a:rPr>
              <a:t>correlation</a:t>
            </a:r>
            <a:r>
              <a:rPr lang="en-IE" dirty="0">
                <a:solidFill>
                  <a:schemeClr val="accent4">
                    <a:lumMod val="20000"/>
                    <a:lumOff val="80000"/>
                  </a:schemeClr>
                </a:solidFill>
              </a:rPr>
              <a:t> between people wearing sunglasses and people eating ice cream.</a:t>
            </a:r>
          </a:p>
        </p:txBody>
      </p:sp>
      <p:pic>
        <p:nvPicPr>
          <p:cNvPr id="1028" name="Picture 4" descr="Banana plant extract can slow how fast ice cream melts">
            <a:extLst>
              <a:ext uri="{FF2B5EF4-FFF2-40B4-BE49-F238E27FC236}">
                <a16:creationId xmlns:a16="http://schemas.microsoft.com/office/drawing/2014/main" id="{AECD6BBD-503E-64CE-5DF5-32D947514A5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0085"/>
          <a:stretch/>
        </p:blipFill>
        <p:spPr bwMode="auto">
          <a:xfrm>
            <a:off x="7027803" y="1931302"/>
            <a:ext cx="3691596" cy="282423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8D3867E-DE47-29CA-468A-AB4000D31B74}"/>
              </a:ext>
            </a:extLst>
          </p:cNvPr>
          <p:cNvSpPr txBox="1"/>
          <p:nvPr/>
        </p:nvSpPr>
        <p:spPr>
          <a:xfrm>
            <a:off x="7189227" y="5110227"/>
            <a:ext cx="3368747" cy="923330"/>
          </a:xfrm>
          <a:prstGeom prst="rect">
            <a:avLst/>
          </a:prstGeom>
          <a:solidFill>
            <a:schemeClr val="tx1"/>
          </a:solidFill>
          <a:ln>
            <a:solidFill>
              <a:schemeClr val="tx1"/>
            </a:solidFill>
          </a:ln>
        </p:spPr>
        <p:txBody>
          <a:bodyPr wrap="square" rtlCol="0">
            <a:spAutoFit/>
          </a:bodyPr>
          <a:lstStyle>
            <a:defPPr>
              <a:defRPr lang="en-US"/>
            </a:defPPr>
            <a:lvl1pPr algn="ctr">
              <a:defRPr>
                <a:solidFill>
                  <a:schemeClr val="accent4">
                    <a:lumMod val="20000"/>
                    <a:lumOff val="80000"/>
                  </a:schemeClr>
                </a:solidFill>
              </a:defRPr>
            </a:lvl1pPr>
          </a:lstStyle>
          <a:p>
            <a:r>
              <a:rPr lang="en-IE" dirty="0"/>
              <a:t>There is a cause-effect relationship between the ice cream melting and the heat.</a:t>
            </a:r>
          </a:p>
        </p:txBody>
      </p:sp>
    </p:spTree>
    <p:extLst>
      <p:ext uri="{BB962C8B-B14F-4D97-AF65-F5344CB8AC3E}">
        <p14:creationId xmlns:p14="http://schemas.microsoft.com/office/powerpoint/2010/main" val="1056273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57986-48BD-CA44-13BD-228B3C3B179C}"/>
              </a:ext>
            </a:extLst>
          </p:cNvPr>
          <p:cNvSpPr>
            <a:spLocks noGrp="1"/>
          </p:cNvSpPr>
          <p:nvPr>
            <p:ph type="title"/>
          </p:nvPr>
        </p:nvSpPr>
        <p:spPr>
          <a:xfrm>
            <a:off x="247650" y="153193"/>
            <a:ext cx="10515600" cy="979340"/>
          </a:xfrm>
        </p:spPr>
        <p:txBody>
          <a:bodyPr/>
          <a:lstStyle/>
          <a:p>
            <a:r>
              <a:rPr lang="en-IE" dirty="0"/>
              <a:t>Confidence</a:t>
            </a:r>
          </a:p>
        </p:txBody>
      </p:sp>
      <p:sp>
        <p:nvSpPr>
          <p:cNvPr id="3" name="Content Placeholder 2">
            <a:extLst>
              <a:ext uri="{FF2B5EF4-FFF2-40B4-BE49-F238E27FC236}">
                <a16:creationId xmlns:a16="http://schemas.microsoft.com/office/drawing/2014/main" id="{3F20D5B2-DE6D-26A6-DCF2-0878E855533C}"/>
              </a:ext>
            </a:extLst>
          </p:cNvPr>
          <p:cNvSpPr>
            <a:spLocks noGrp="1"/>
          </p:cNvSpPr>
          <p:nvPr>
            <p:ph idx="1"/>
          </p:nvPr>
        </p:nvSpPr>
        <p:spPr>
          <a:xfrm>
            <a:off x="247650" y="1147364"/>
            <a:ext cx="9096766" cy="4563271"/>
          </a:xfrm>
        </p:spPr>
        <p:txBody>
          <a:bodyPr>
            <a:normAutofit fontScale="77500" lnSpcReduction="20000"/>
          </a:bodyPr>
          <a:lstStyle/>
          <a:p>
            <a:pPr algn="l">
              <a:lnSpc>
                <a:spcPct val="120000"/>
              </a:lnSpc>
              <a:buFont typeface="Arial" panose="020B0604020202020204" pitchFamily="34" charset="0"/>
              <a:buChar char="•"/>
            </a:pPr>
            <a:r>
              <a:rPr lang="en-IE" dirty="0"/>
              <a:t>Some ML models offer a confidence score, typically between 0 and 1, indicating the likelihood that a decision is correct.</a:t>
            </a:r>
          </a:p>
          <a:p>
            <a:pPr algn="l">
              <a:lnSpc>
                <a:spcPct val="120000"/>
              </a:lnSpc>
              <a:buFont typeface="Arial" panose="020B0604020202020204" pitchFamily="34" charset="0"/>
              <a:buChar char="•"/>
            </a:pPr>
            <a:r>
              <a:rPr lang="en-IE" dirty="0"/>
              <a:t>Laypeople's trust in a model depends on the model's overall performance and the confidence score of individual predictions.</a:t>
            </a:r>
          </a:p>
          <a:p>
            <a:pPr algn="l">
              <a:lnSpc>
                <a:spcPct val="120000"/>
              </a:lnSpc>
              <a:buFont typeface="Arial" panose="020B0604020202020204" pitchFamily="34" charset="0"/>
              <a:buChar char="•"/>
            </a:pPr>
            <a:r>
              <a:rPr lang="en-IE" dirty="0"/>
              <a:t>High model accuracy (e.g., 98%) and a high confidence score (e.g., 0.95) make users more likely to trust the model's predictions.</a:t>
            </a:r>
          </a:p>
          <a:p>
            <a:pPr algn="l">
              <a:lnSpc>
                <a:spcPct val="120000"/>
              </a:lnSpc>
              <a:buFont typeface="Arial" panose="020B0604020202020204" pitchFamily="34" charset="0"/>
              <a:buChar char="•"/>
            </a:pPr>
            <a:r>
              <a:rPr lang="en-IE" dirty="0"/>
              <a:t>Even providing users with low confidence scores can be valuable because it informs them that the model is uncertain, leading them to take the decision less seriously.</a:t>
            </a:r>
          </a:p>
          <a:p>
            <a:pPr algn="l">
              <a:lnSpc>
                <a:spcPct val="120000"/>
              </a:lnSpc>
              <a:buFont typeface="Arial" panose="020B0604020202020204" pitchFamily="34" charset="0"/>
              <a:buChar char="•"/>
            </a:pPr>
            <a:r>
              <a:rPr lang="en-IE" dirty="0"/>
              <a:t>Offering users information about prediction accuracy increases their trust in the model.</a:t>
            </a:r>
          </a:p>
        </p:txBody>
      </p:sp>
      <p:pic>
        <p:nvPicPr>
          <p:cNvPr id="4" name="Picture 3">
            <a:extLst>
              <a:ext uri="{FF2B5EF4-FFF2-40B4-BE49-F238E27FC236}">
                <a16:creationId xmlns:a16="http://schemas.microsoft.com/office/drawing/2014/main" id="{E9F7F777-9DBE-331F-DE16-76D3B9204C27}"/>
              </a:ext>
            </a:extLst>
          </p:cNvPr>
          <p:cNvPicPr>
            <a:picLocks noChangeAspect="1"/>
          </p:cNvPicPr>
          <p:nvPr/>
        </p:nvPicPr>
        <p:blipFill>
          <a:blip r:embed="rId3"/>
          <a:stretch>
            <a:fillRect/>
          </a:stretch>
        </p:blipFill>
        <p:spPr>
          <a:xfrm>
            <a:off x="9470287" y="1286327"/>
            <a:ext cx="2474063" cy="2474063"/>
          </a:xfrm>
          <a:prstGeom prst="rect">
            <a:avLst/>
          </a:prstGeom>
        </p:spPr>
      </p:pic>
      <p:sp>
        <p:nvSpPr>
          <p:cNvPr id="5" name="Slide Number Placeholder 4">
            <a:extLst>
              <a:ext uri="{FF2B5EF4-FFF2-40B4-BE49-F238E27FC236}">
                <a16:creationId xmlns:a16="http://schemas.microsoft.com/office/drawing/2014/main" id="{BAF41E0E-43E4-D0C8-B3AE-D1B6521417EB}"/>
              </a:ext>
            </a:extLst>
          </p:cNvPr>
          <p:cNvSpPr>
            <a:spLocks noGrp="1"/>
          </p:cNvSpPr>
          <p:nvPr>
            <p:ph type="sldNum" sz="quarter" idx="12"/>
          </p:nvPr>
        </p:nvSpPr>
        <p:spPr/>
        <p:txBody>
          <a:bodyPr/>
          <a:lstStyle/>
          <a:p>
            <a:fld id="{1AE971F0-0CD2-4C47-8087-EBCE9716EA84}" type="slidenum">
              <a:rPr lang="en-GB" smtClean="0"/>
              <a:pPr/>
              <a:t>14</a:t>
            </a:fld>
            <a:endParaRPr lang="en-GB" dirty="0"/>
          </a:p>
        </p:txBody>
      </p:sp>
    </p:spTree>
    <p:extLst>
      <p:ext uri="{BB962C8B-B14F-4D97-AF65-F5344CB8AC3E}">
        <p14:creationId xmlns:p14="http://schemas.microsoft.com/office/powerpoint/2010/main" val="1112216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9EC14-DBE3-BFEC-910F-0764E04C536E}"/>
              </a:ext>
            </a:extLst>
          </p:cNvPr>
          <p:cNvSpPr>
            <a:spLocks noGrp="1"/>
          </p:cNvSpPr>
          <p:nvPr>
            <p:ph type="title"/>
          </p:nvPr>
        </p:nvSpPr>
        <p:spPr>
          <a:xfrm>
            <a:off x="476251" y="196314"/>
            <a:ext cx="10515600" cy="943170"/>
          </a:xfrm>
        </p:spPr>
        <p:txBody>
          <a:bodyPr/>
          <a:lstStyle/>
          <a:p>
            <a:r>
              <a:rPr lang="en-IE" dirty="0">
                <a:effectLst/>
                <a:latin typeface="Helvetica" pitchFamily="2" charset="0"/>
              </a:rPr>
              <a:t>Fairness and ethical decision</a:t>
            </a:r>
            <a:endParaRPr lang="en-IE" dirty="0"/>
          </a:p>
        </p:txBody>
      </p:sp>
      <p:sp>
        <p:nvSpPr>
          <p:cNvPr id="3" name="Content Placeholder 2">
            <a:extLst>
              <a:ext uri="{FF2B5EF4-FFF2-40B4-BE49-F238E27FC236}">
                <a16:creationId xmlns:a16="http://schemas.microsoft.com/office/drawing/2014/main" id="{41BC97A4-29AA-1B2D-F6CD-356B5E3259AC}"/>
              </a:ext>
            </a:extLst>
          </p:cNvPr>
          <p:cNvSpPr>
            <a:spLocks noGrp="1"/>
          </p:cNvSpPr>
          <p:nvPr>
            <p:ph idx="1"/>
          </p:nvPr>
        </p:nvSpPr>
        <p:spPr>
          <a:xfrm>
            <a:off x="476251" y="1139484"/>
            <a:ext cx="8134349" cy="4937760"/>
          </a:xfrm>
        </p:spPr>
        <p:txBody>
          <a:bodyPr>
            <a:normAutofit/>
          </a:bodyPr>
          <a:lstStyle/>
          <a:p>
            <a:pPr>
              <a:lnSpc>
                <a:spcPct val="100000"/>
              </a:lnSpc>
            </a:pPr>
            <a:r>
              <a:rPr lang="en-IE" sz="2000" dirty="0"/>
              <a:t>Algorithms play a crucial role in decisions that impact people's lives, so it is essential to ensure that ML models do not discriminate based on protected attributes like gender, ethnicity, race, or sexual orientation.</a:t>
            </a:r>
          </a:p>
          <a:p>
            <a:pPr>
              <a:lnSpc>
                <a:spcPct val="100000"/>
              </a:lnSpc>
            </a:pPr>
            <a:r>
              <a:rPr lang="en-IE" sz="2000" dirty="0"/>
              <a:t>In domains such as banking and criminal justice, historical data can perpetuate bias into the future.</a:t>
            </a:r>
          </a:p>
          <a:p>
            <a:pPr>
              <a:lnSpc>
                <a:spcPct val="100000"/>
              </a:lnSpc>
            </a:pPr>
            <a:r>
              <a:rPr lang="en-IE" sz="2000" dirty="0"/>
              <a:t>To ensure fairness across different groups, three norms can be applied, as indicated by previous publications:</a:t>
            </a:r>
          </a:p>
          <a:p>
            <a:pPr lvl="1">
              <a:lnSpc>
                <a:spcPct val="100000"/>
              </a:lnSpc>
            </a:pPr>
            <a:r>
              <a:rPr lang="en-IE" sz="2000" dirty="0"/>
              <a:t>a) Anti-classification: Protected attributes are not used in decision-making.</a:t>
            </a:r>
          </a:p>
          <a:p>
            <a:pPr lvl="1">
              <a:lnSpc>
                <a:spcPct val="100000"/>
              </a:lnSpc>
            </a:pPr>
            <a:r>
              <a:rPr lang="en-IE" sz="2000" dirty="0"/>
              <a:t>b) Classification parity: Errors (false positives and false negatives) remain consistent across various groups.</a:t>
            </a:r>
          </a:p>
          <a:p>
            <a:pPr lvl="1">
              <a:lnSpc>
                <a:spcPct val="100000"/>
              </a:lnSpc>
            </a:pPr>
            <a:r>
              <a:rPr lang="en-IE" sz="2000" dirty="0"/>
              <a:t>c) Calibration: The percentage of model decisions, such as loan approvals, should be uniform across different groups.</a:t>
            </a:r>
          </a:p>
        </p:txBody>
      </p:sp>
      <p:pic>
        <p:nvPicPr>
          <p:cNvPr id="4" name="Picture 3">
            <a:extLst>
              <a:ext uri="{FF2B5EF4-FFF2-40B4-BE49-F238E27FC236}">
                <a16:creationId xmlns:a16="http://schemas.microsoft.com/office/drawing/2014/main" id="{589D85FC-C537-B6FB-9E4D-9F6BF99530A1}"/>
              </a:ext>
            </a:extLst>
          </p:cNvPr>
          <p:cNvPicPr>
            <a:picLocks noChangeAspect="1"/>
          </p:cNvPicPr>
          <p:nvPr/>
        </p:nvPicPr>
        <p:blipFill>
          <a:blip r:embed="rId3"/>
          <a:stretch>
            <a:fillRect/>
          </a:stretch>
        </p:blipFill>
        <p:spPr>
          <a:xfrm>
            <a:off x="9129423" y="1690689"/>
            <a:ext cx="2770476" cy="2770476"/>
          </a:xfrm>
          <a:prstGeom prst="rect">
            <a:avLst/>
          </a:prstGeom>
        </p:spPr>
      </p:pic>
      <p:sp>
        <p:nvSpPr>
          <p:cNvPr id="5" name="Slide Number Placeholder 4">
            <a:extLst>
              <a:ext uri="{FF2B5EF4-FFF2-40B4-BE49-F238E27FC236}">
                <a16:creationId xmlns:a16="http://schemas.microsoft.com/office/drawing/2014/main" id="{0BC35FD0-E7DB-219F-3BD8-261AB34E703B}"/>
              </a:ext>
            </a:extLst>
          </p:cNvPr>
          <p:cNvSpPr>
            <a:spLocks noGrp="1"/>
          </p:cNvSpPr>
          <p:nvPr>
            <p:ph type="sldNum" sz="quarter" idx="12"/>
          </p:nvPr>
        </p:nvSpPr>
        <p:spPr/>
        <p:txBody>
          <a:bodyPr/>
          <a:lstStyle/>
          <a:p>
            <a:fld id="{1AE971F0-0CD2-4C47-8087-EBCE9716EA84}" type="slidenum">
              <a:rPr lang="en-GB" smtClean="0"/>
              <a:pPr/>
              <a:t>15</a:t>
            </a:fld>
            <a:endParaRPr lang="en-GB" dirty="0"/>
          </a:p>
        </p:txBody>
      </p:sp>
    </p:spTree>
    <p:extLst>
      <p:ext uri="{BB962C8B-B14F-4D97-AF65-F5344CB8AC3E}">
        <p14:creationId xmlns:p14="http://schemas.microsoft.com/office/powerpoint/2010/main" val="2169665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8B509-4FCE-D228-27C3-A6E77969FE31}"/>
              </a:ext>
            </a:extLst>
          </p:cNvPr>
          <p:cNvSpPr>
            <a:spLocks noGrp="1"/>
          </p:cNvSpPr>
          <p:nvPr>
            <p:ph type="title"/>
          </p:nvPr>
        </p:nvSpPr>
        <p:spPr>
          <a:xfrm>
            <a:off x="334347" y="290623"/>
            <a:ext cx="10515600" cy="801202"/>
          </a:xfrm>
        </p:spPr>
        <p:txBody>
          <a:bodyPr/>
          <a:lstStyle/>
          <a:p>
            <a:r>
              <a:rPr lang="en-IE" dirty="0"/>
              <a:t>Short definitions</a:t>
            </a:r>
          </a:p>
        </p:txBody>
      </p:sp>
      <p:sp>
        <p:nvSpPr>
          <p:cNvPr id="3" name="Content Placeholder 2">
            <a:extLst>
              <a:ext uri="{FF2B5EF4-FFF2-40B4-BE49-F238E27FC236}">
                <a16:creationId xmlns:a16="http://schemas.microsoft.com/office/drawing/2014/main" id="{5E2607BA-B9F9-F151-B2BB-548B3ECE79D7}"/>
              </a:ext>
            </a:extLst>
          </p:cNvPr>
          <p:cNvSpPr>
            <a:spLocks noGrp="1"/>
          </p:cNvSpPr>
          <p:nvPr>
            <p:ph idx="1"/>
          </p:nvPr>
        </p:nvSpPr>
        <p:spPr>
          <a:xfrm>
            <a:off x="688911" y="1331103"/>
            <a:ext cx="10515600" cy="4351338"/>
          </a:xfrm>
        </p:spPr>
        <p:txBody>
          <a:bodyPr>
            <a:normAutofit fontScale="85000" lnSpcReduction="10000"/>
          </a:bodyPr>
          <a:lstStyle/>
          <a:p>
            <a:r>
              <a:rPr lang="en-IE" b="1" dirty="0"/>
              <a:t>Accountability</a:t>
            </a:r>
            <a:r>
              <a:rPr lang="en-IE" dirty="0"/>
              <a:t>: Holding models or developers responsible for their outcomes.</a:t>
            </a:r>
          </a:p>
          <a:p>
            <a:r>
              <a:rPr lang="en-IE" b="1" dirty="0"/>
              <a:t>Trustworthiness</a:t>
            </a:r>
            <a:r>
              <a:rPr lang="en-IE" dirty="0"/>
              <a:t>: The reliability and integrity of model predictions.</a:t>
            </a:r>
          </a:p>
          <a:p>
            <a:r>
              <a:rPr lang="en-IE" b="1" dirty="0"/>
              <a:t>Causality</a:t>
            </a:r>
            <a:r>
              <a:rPr lang="en-IE" dirty="0"/>
              <a:t>: Understanding cause-effect relationships in model predictions.</a:t>
            </a:r>
          </a:p>
          <a:p>
            <a:r>
              <a:rPr lang="en-IE" b="1" dirty="0"/>
              <a:t>Fairness and ethical decision</a:t>
            </a:r>
            <a:r>
              <a:rPr lang="en-IE" dirty="0"/>
              <a:t>: Ensuring models treat all groups equally and make morally sound choices.</a:t>
            </a:r>
          </a:p>
          <a:p>
            <a:r>
              <a:rPr lang="en-IE" b="1" dirty="0"/>
              <a:t>Confidence</a:t>
            </a:r>
            <a:r>
              <a:rPr lang="en-IE" dirty="0"/>
              <a:t>: A model's certainty about its predictions.</a:t>
            </a:r>
          </a:p>
          <a:p>
            <a:endParaRPr lang="en-IE" dirty="0"/>
          </a:p>
        </p:txBody>
      </p:sp>
      <p:sp>
        <p:nvSpPr>
          <p:cNvPr id="4" name="Slide Number Placeholder 3">
            <a:extLst>
              <a:ext uri="{FF2B5EF4-FFF2-40B4-BE49-F238E27FC236}">
                <a16:creationId xmlns:a16="http://schemas.microsoft.com/office/drawing/2014/main" id="{B3ABC382-72BD-3255-45FE-EAD41BEA2BD4}"/>
              </a:ext>
            </a:extLst>
          </p:cNvPr>
          <p:cNvSpPr>
            <a:spLocks noGrp="1"/>
          </p:cNvSpPr>
          <p:nvPr>
            <p:ph type="sldNum" sz="quarter" idx="12"/>
          </p:nvPr>
        </p:nvSpPr>
        <p:spPr/>
        <p:txBody>
          <a:bodyPr/>
          <a:lstStyle/>
          <a:p>
            <a:fld id="{1AE971F0-0CD2-4C47-8087-EBCE9716EA84}" type="slidenum">
              <a:rPr lang="en-GB" smtClean="0"/>
              <a:pPr/>
              <a:t>16</a:t>
            </a:fld>
            <a:endParaRPr lang="en-GB" dirty="0"/>
          </a:p>
        </p:txBody>
      </p:sp>
    </p:spTree>
    <p:extLst>
      <p:ext uri="{BB962C8B-B14F-4D97-AF65-F5344CB8AC3E}">
        <p14:creationId xmlns:p14="http://schemas.microsoft.com/office/powerpoint/2010/main" val="1665625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CBD6D19-71CD-F0E4-63C7-6EC009295A59}"/>
              </a:ext>
            </a:extLst>
          </p:cNvPr>
          <p:cNvSpPr>
            <a:spLocks noGrp="1"/>
          </p:cNvSpPr>
          <p:nvPr>
            <p:ph type="title"/>
          </p:nvPr>
        </p:nvSpPr>
        <p:spPr>
          <a:xfrm>
            <a:off x="831850" y="4472610"/>
            <a:ext cx="10515600" cy="1567790"/>
          </a:xfrm>
        </p:spPr>
        <p:txBody>
          <a:bodyPr>
            <a:normAutofit fontScale="90000"/>
          </a:bodyPr>
          <a:lstStyle/>
          <a:p>
            <a:r>
              <a:rPr lang="en-GB" dirty="0"/>
              <a:t>Section 2 – Examples of </a:t>
            </a:r>
            <a:r>
              <a:rPr lang="en-GB" dirty="0" err="1"/>
              <a:t>Explainability</a:t>
            </a:r>
            <a:r>
              <a:rPr lang="en-GB" dirty="0"/>
              <a:t> methods</a:t>
            </a:r>
            <a:endParaRPr lang="en-IE" dirty="0"/>
          </a:p>
        </p:txBody>
      </p:sp>
      <p:sp>
        <p:nvSpPr>
          <p:cNvPr id="7" name="Slide Number Placeholder 6">
            <a:extLst>
              <a:ext uri="{FF2B5EF4-FFF2-40B4-BE49-F238E27FC236}">
                <a16:creationId xmlns:a16="http://schemas.microsoft.com/office/drawing/2014/main" id="{6BA64DFD-193E-8E92-4B81-615BE8AC4947}"/>
              </a:ext>
            </a:extLst>
          </p:cNvPr>
          <p:cNvSpPr>
            <a:spLocks noGrp="1"/>
          </p:cNvSpPr>
          <p:nvPr>
            <p:ph type="sldNum" sz="quarter" idx="12"/>
          </p:nvPr>
        </p:nvSpPr>
        <p:spPr/>
        <p:txBody>
          <a:bodyPr/>
          <a:lstStyle/>
          <a:p>
            <a:fld id="{1AE971F0-0CD2-4C47-8087-EBCE9716EA84}" type="slidenum">
              <a:rPr lang="en-GB" smtClean="0"/>
              <a:t>17</a:t>
            </a:fld>
            <a:endParaRPr lang="en-GB"/>
          </a:p>
        </p:txBody>
      </p:sp>
      <p:pic>
        <p:nvPicPr>
          <p:cNvPr id="4" name="Picture 3">
            <a:extLst>
              <a:ext uri="{FF2B5EF4-FFF2-40B4-BE49-F238E27FC236}">
                <a16:creationId xmlns:a16="http://schemas.microsoft.com/office/drawing/2014/main" id="{D9CF63FF-1CFD-6A7D-D5C4-76B90BC491C9}"/>
              </a:ext>
            </a:extLst>
          </p:cNvPr>
          <p:cNvPicPr>
            <a:picLocks noChangeAspect="1"/>
          </p:cNvPicPr>
          <p:nvPr/>
        </p:nvPicPr>
        <p:blipFill>
          <a:blip r:embed="rId3"/>
          <a:stretch>
            <a:fillRect/>
          </a:stretch>
        </p:blipFill>
        <p:spPr>
          <a:xfrm>
            <a:off x="4389628" y="679018"/>
            <a:ext cx="3412744" cy="3412744"/>
          </a:xfrm>
          <a:prstGeom prst="rect">
            <a:avLst/>
          </a:prstGeom>
        </p:spPr>
      </p:pic>
    </p:spTree>
    <p:extLst>
      <p:ext uri="{BB962C8B-B14F-4D97-AF65-F5344CB8AC3E}">
        <p14:creationId xmlns:p14="http://schemas.microsoft.com/office/powerpoint/2010/main" val="4029082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B6346-5DB5-9CF3-89CC-012582F3EEA7}"/>
              </a:ext>
            </a:extLst>
          </p:cNvPr>
          <p:cNvSpPr>
            <a:spLocks noGrp="1"/>
          </p:cNvSpPr>
          <p:nvPr>
            <p:ph type="title"/>
          </p:nvPr>
        </p:nvSpPr>
        <p:spPr>
          <a:xfrm>
            <a:off x="580644" y="215984"/>
            <a:ext cx="10515600" cy="1325563"/>
          </a:xfrm>
        </p:spPr>
        <p:txBody>
          <a:bodyPr vert="horz" lIns="91440" tIns="45720" rIns="91440" bIns="45720" rtlCol="0" anchor="ctr">
            <a:normAutofit/>
          </a:bodyPr>
          <a:lstStyle/>
          <a:p>
            <a:r>
              <a:rPr lang="en-IE" sz="3600" dirty="0">
                <a:latin typeface="Helvetica" pitchFamily="2" charset="0"/>
              </a:rPr>
              <a:t>LIME (Local interpretable model-agnostic explanations)</a:t>
            </a:r>
          </a:p>
        </p:txBody>
      </p:sp>
      <p:sp>
        <p:nvSpPr>
          <p:cNvPr id="3" name="Content Placeholder 2">
            <a:extLst>
              <a:ext uri="{FF2B5EF4-FFF2-40B4-BE49-F238E27FC236}">
                <a16:creationId xmlns:a16="http://schemas.microsoft.com/office/drawing/2014/main" id="{228E2C74-E7C4-15E6-38FB-0D31FE6B2E9C}"/>
              </a:ext>
            </a:extLst>
          </p:cNvPr>
          <p:cNvSpPr>
            <a:spLocks noGrp="1"/>
          </p:cNvSpPr>
          <p:nvPr>
            <p:ph idx="1"/>
          </p:nvPr>
        </p:nvSpPr>
        <p:spPr>
          <a:xfrm>
            <a:off x="700414" y="1575636"/>
            <a:ext cx="10515600" cy="2572130"/>
          </a:xfrm>
        </p:spPr>
        <p:txBody>
          <a:bodyPr>
            <a:normAutofit/>
          </a:bodyPr>
          <a:lstStyle/>
          <a:p>
            <a:pPr algn="l">
              <a:lnSpc>
                <a:spcPct val="100000"/>
              </a:lnSpc>
              <a:buFont typeface="Arial" panose="020B0604020202020204" pitchFamily="34" charset="0"/>
              <a:buChar char="•"/>
            </a:pPr>
            <a:r>
              <a:rPr lang="en-IE" sz="2400" b="1" i="0" u="none" strike="noStrike" dirty="0">
                <a:solidFill>
                  <a:srgbClr val="374151"/>
                </a:solidFill>
                <a:effectLst/>
                <a:latin typeface="Söhne"/>
              </a:rPr>
              <a:t>Type</a:t>
            </a:r>
            <a:r>
              <a:rPr lang="en-IE" sz="2400" b="0" i="0" u="none" strike="noStrike" dirty="0">
                <a:solidFill>
                  <a:srgbClr val="374151"/>
                </a:solidFill>
                <a:effectLst/>
                <a:latin typeface="Söhne"/>
              </a:rPr>
              <a:t>: Model-Agnostic (Post-hoc)</a:t>
            </a:r>
          </a:p>
          <a:p>
            <a:pPr algn="l">
              <a:lnSpc>
                <a:spcPct val="100000"/>
              </a:lnSpc>
              <a:buFont typeface="Arial" panose="020B0604020202020204" pitchFamily="34" charset="0"/>
              <a:buChar char="•"/>
            </a:pPr>
            <a:r>
              <a:rPr lang="en-IE" sz="2400" b="1" i="0" u="none" strike="noStrike" dirty="0">
                <a:solidFill>
                  <a:srgbClr val="374151"/>
                </a:solidFill>
                <a:effectLst/>
                <a:latin typeface="Söhne"/>
              </a:rPr>
              <a:t>Explanation Approach</a:t>
            </a:r>
            <a:r>
              <a:rPr lang="en-IE" sz="2400" b="0" i="0" u="none" strike="noStrike" dirty="0">
                <a:solidFill>
                  <a:srgbClr val="374151"/>
                </a:solidFill>
                <a:effectLst/>
                <a:latin typeface="Söhne"/>
              </a:rPr>
              <a:t>: LIME explains an instance prediction using a linear interpretable model (surrogate model) as a local approximation, considering the target, input features as drivers, importance scores as the explanation family, and computed through local perturbations of the model input as the estimator. It works on all black-box models and data types.</a:t>
            </a:r>
          </a:p>
          <a:p>
            <a:pPr>
              <a:lnSpc>
                <a:spcPct val="100000"/>
              </a:lnSpc>
            </a:pPr>
            <a:endParaRPr lang="en-IE" sz="2400" dirty="0"/>
          </a:p>
        </p:txBody>
      </p:sp>
      <p:pic>
        <p:nvPicPr>
          <p:cNvPr id="2050" name="Picture 2" descr="Explainable AI(LIME) | Kaggle">
            <a:extLst>
              <a:ext uri="{FF2B5EF4-FFF2-40B4-BE49-F238E27FC236}">
                <a16:creationId xmlns:a16="http://schemas.microsoft.com/office/drawing/2014/main" id="{7E2020E7-CC44-52EF-8AC7-CAFBD5E9BC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8256" y="4181856"/>
            <a:ext cx="7580376" cy="179737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A88392BD-29B1-6447-E7D8-777C2459D830}"/>
              </a:ext>
            </a:extLst>
          </p:cNvPr>
          <p:cNvSpPr>
            <a:spLocks noGrp="1"/>
          </p:cNvSpPr>
          <p:nvPr>
            <p:ph type="sldNum" sz="quarter" idx="12"/>
          </p:nvPr>
        </p:nvSpPr>
        <p:spPr/>
        <p:txBody>
          <a:bodyPr/>
          <a:lstStyle/>
          <a:p>
            <a:fld id="{1AE971F0-0CD2-4C47-8087-EBCE9716EA84}" type="slidenum">
              <a:rPr lang="en-GB" smtClean="0"/>
              <a:pPr/>
              <a:t>18</a:t>
            </a:fld>
            <a:endParaRPr lang="en-GB" dirty="0"/>
          </a:p>
        </p:txBody>
      </p:sp>
    </p:spTree>
    <p:extLst>
      <p:ext uri="{BB962C8B-B14F-4D97-AF65-F5344CB8AC3E}">
        <p14:creationId xmlns:p14="http://schemas.microsoft.com/office/powerpoint/2010/main" val="1762564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918AD-3F29-4343-40D5-D4472EB7CF0B}"/>
              </a:ext>
            </a:extLst>
          </p:cNvPr>
          <p:cNvSpPr>
            <a:spLocks noGrp="1"/>
          </p:cNvSpPr>
          <p:nvPr>
            <p:ph type="title"/>
          </p:nvPr>
        </p:nvSpPr>
        <p:spPr>
          <a:xfrm>
            <a:off x="838200" y="365125"/>
            <a:ext cx="10515600" cy="757093"/>
          </a:xfrm>
        </p:spPr>
        <p:txBody>
          <a:bodyPr/>
          <a:lstStyle/>
          <a:p>
            <a:r>
              <a:rPr lang="en-IE" dirty="0"/>
              <a:t>Interpreting LIME models</a:t>
            </a:r>
          </a:p>
        </p:txBody>
      </p:sp>
      <p:sp>
        <p:nvSpPr>
          <p:cNvPr id="4" name="Slide Number Placeholder 3">
            <a:extLst>
              <a:ext uri="{FF2B5EF4-FFF2-40B4-BE49-F238E27FC236}">
                <a16:creationId xmlns:a16="http://schemas.microsoft.com/office/drawing/2014/main" id="{D1B49F69-3B90-40D2-8165-C44860FF2E94}"/>
              </a:ext>
            </a:extLst>
          </p:cNvPr>
          <p:cNvSpPr>
            <a:spLocks noGrp="1"/>
          </p:cNvSpPr>
          <p:nvPr>
            <p:ph type="sldNum" sz="quarter" idx="12"/>
          </p:nvPr>
        </p:nvSpPr>
        <p:spPr/>
        <p:txBody>
          <a:bodyPr/>
          <a:lstStyle/>
          <a:p>
            <a:fld id="{1AE971F0-0CD2-4C47-8087-EBCE9716EA84}" type="slidenum">
              <a:rPr lang="en-GB" smtClean="0"/>
              <a:pPr/>
              <a:t>19</a:t>
            </a:fld>
            <a:endParaRPr lang="en-GB" dirty="0"/>
          </a:p>
        </p:txBody>
      </p:sp>
      <p:sp>
        <p:nvSpPr>
          <p:cNvPr id="6" name="TextBox 5">
            <a:extLst>
              <a:ext uri="{FF2B5EF4-FFF2-40B4-BE49-F238E27FC236}">
                <a16:creationId xmlns:a16="http://schemas.microsoft.com/office/drawing/2014/main" id="{8F51F7F1-6B2C-9A17-CC35-798A951FDBB4}"/>
              </a:ext>
            </a:extLst>
          </p:cNvPr>
          <p:cNvSpPr txBox="1"/>
          <p:nvPr/>
        </p:nvSpPr>
        <p:spPr>
          <a:xfrm>
            <a:off x="295345" y="6388248"/>
            <a:ext cx="6094268" cy="369332"/>
          </a:xfrm>
          <a:prstGeom prst="rect">
            <a:avLst/>
          </a:prstGeom>
          <a:noFill/>
        </p:spPr>
        <p:txBody>
          <a:bodyPr wrap="square">
            <a:spAutoFit/>
          </a:bodyPr>
          <a:lstStyle/>
          <a:p>
            <a:r>
              <a:rPr lang="en-IE" dirty="0">
                <a:solidFill>
                  <a:schemeClr val="bg1"/>
                </a:solidFill>
              </a:rPr>
              <a:t>https://</a:t>
            </a:r>
            <a:r>
              <a:rPr lang="en-IE" dirty="0" err="1">
                <a:solidFill>
                  <a:schemeClr val="bg1"/>
                </a:solidFill>
              </a:rPr>
              <a:t>homes.cs.washington.edu</a:t>
            </a:r>
            <a:r>
              <a:rPr lang="en-IE" dirty="0">
                <a:solidFill>
                  <a:schemeClr val="bg1"/>
                </a:solidFill>
              </a:rPr>
              <a:t>/~</a:t>
            </a:r>
            <a:r>
              <a:rPr lang="en-IE" dirty="0" err="1">
                <a:solidFill>
                  <a:schemeClr val="bg1"/>
                </a:solidFill>
              </a:rPr>
              <a:t>marcotcr</a:t>
            </a:r>
            <a:r>
              <a:rPr lang="en-IE" dirty="0">
                <a:solidFill>
                  <a:schemeClr val="bg1"/>
                </a:solidFill>
              </a:rPr>
              <a:t>/blog/lime/</a:t>
            </a:r>
          </a:p>
        </p:txBody>
      </p:sp>
      <p:pic>
        <p:nvPicPr>
          <p:cNvPr id="1030" name="Picture 6" descr="PDF] Explaining the Explainer: A First Theoretical Analysis of LIME |  Semantic Scholar">
            <a:extLst>
              <a:ext uri="{FF2B5EF4-FFF2-40B4-BE49-F238E27FC236}">
                <a16:creationId xmlns:a16="http://schemas.microsoft.com/office/drawing/2014/main" id="{BB710B25-96D3-FB45-B2AD-CBEF28AE502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0359"/>
          <a:stretch/>
        </p:blipFill>
        <p:spPr bwMode="auto">
          <a:xfrm>
            <a:off x="389798" y="1442283"/>
            <a:ext cx="6942282" cy="193409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32" name="Picture 8" descr="LIME Local Interpretable Model-Agnostic Explanations – Marco Tulio Ribeiro  – | estudioespositoymiguel.com.ar">
            <a:extLst>
              <a:ext uri="{FF2B5EF4-FFF2-40B4-BE49-F238E27FC236}">
                <a16:creationId xmlns:a16="http://schemas.microsoft.com/office/drawing/2014/main" id="{603A5C50-A195-6AB6-906F-5AAC1279F4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798" y="3630912"/>
            <a:ext cx="7302650" cy="243727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A76BA14-9EFC-D689-DBD5-7DD7D97316BE}"/>
              </a:ext>
            </a:extLst>
          </p:cNvPr>
          <p:cNvSpPr txBox="1"/>
          <p:nvPr/>
        </p:nvSpPr>
        <p:spPr>
          <a:xfrm>
            <a:off x="7692448" y="1730233"/>
            <a:ext cx="3762568" cy="646331"/>
          </a:xfrm>
          <a:prstGeom prst="rect">
            <a:avLst/>
          </a:prstGeom>
          <a:noFill/>
        </p:spPr>
        <p:txBody>
          <a:bodyPr wrap="none" rtlCol="0">
            <a:spAutoFit/>
          </a:bodyPr>
          <a:lstStyle/>
          <a:p>
            <a:r>
              <a:rPr lang="en-IE" dirty="0"/>
              <a:t>Which parts of the image are</a:t>
            </a:r>
          </a:p>
          <a:p>
            <a:r>
              <a:rPr lang="en-IE" dirty="0"/>
              <a:t>more relevant to predict the output.</a:t>
            </a:r>
          </a:p>
        </p:txBody>
      </p:sp>
      <p:sp>
        <p:nvSpPr>
          <p:cNvPr id="9" name="TextBox 8">
            <a:extLst>
              <a:ext uri="{FF2B5EF4-FFF2-40B4-BE49-F238E27FC236}">
                <a16:creationId xmlns:a16="http://schemas.microsoft.com/office/drawing/2014/main" id="{F449D86B-F2C4-7561-78FB-629943075CFA}"/>
              </a:ext>
            </a:extLst>
          </p:cNvPr>
          <p:cNvSpPr txBox="1"/>
          <p:nvPr/>
        </p:nvSpPr>
        <p:spPr>
          <a:xfrm>
            <a:off x="7916649" y="4085259"/>
            <a:ext cx="3314165" cy="1200329"/>
          </a:xfrm>
          <a:prstGeom prst="rect">
            <a:avLst/>
          </a:prstGeom>
          <a:noFill/>
        </p:spPr>
        <p:txBody>
          <a:bodyPr wrap="square" rtlCol="0">
            <a:spAutoFit/>
          </a:bodyPr>
          <a:lstStyle>
            <a:defPPr>
              <a:defRPr lang="en-US"/>
            </a:defPPr>
          </a:lstStyle>
          <a:p>
            <a:r>
              <a:rPr lang="en-IE" dirty="0"/>
              <a:t>Which variables and values have a more a positive or negative impact on the predicted class</a:t>
            </a:r>
          </a:p>
        </p:txBody>
      </p:sp>
    </p:spTree>
    <p:extLst>
      <p:ext uri="{BB962C8B-B14F-4D97-AF65-F5344CB8AC3E}">
        <p14:creationId xmlns:p14="http://schemas.microsoft.com/office/powerpoint/2010/main" val="39842095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B6346-5DB5-9CF3-89CC-012582F3EEA7}"/>
              </a:ext>
            </a:extLst>
          </p:cNvPr>
          <p:cNvSpPr>
            <a:spLocks noGrp="1"/>
          </p:cNvSpPr>
          <p:nvPr>
            <p:ph type="title"/>
          </p:nvPr>
        </p:nvSpPr>
        <p:spPr>
          <a:xfrm>
            <a:off x="472440" y="141949"/>
            <a:ext cx="10515600" cy="1325563"/>
          </a:xfrm>
        </p:spPr>
        <p:txBody>
          <a:bodyPr vert="horz" lIns="91440" tIns="45720" rIns="91440" bIns="45720" rtlCol="0" anchor="ctr">
            <a:normAutofit/>
          </a:bodyPr>
          <a:lstStyle/>
          <a:p>
            <a:r>
              <a:rPr lang="en-IE" dirty="0" err="1">
                <a:latin typeface="Helvetica" pitchFamily="2" charset="0"/>
              </a:rPr>
              <a:t>SHapley</a:t>
            </a:r>
            <a:r>
              <a:rPr lang="en-IE" dirty="0">
                <a:latin typeface="Helvetica" pitchFamily="2" charset="0"/>
              </a:rPr>
              <a:t> Additive </a:t>
            </a:r>
            <a:r>
              <a:rPr lang="en-IE" dirty="0" err="1">
                <a:latin typeface="Helvetica" pitchFamily="2" charset="0"/>
              </a:rPr>
              <a:t>exPlanation</a:t>
            </a:r>
            <a:r>
              <a:rPr lang="en-IE" dirty="0">
                <a:latin typeface="Helvetica" pitchFamily="2" charset="0"/>
              </a:rPr>
              <a:t> (SHAP)</a:t>
            </a:r>
          </a:p>
        </p:txBody>
      </p:sp>
      <p:sp>
        <p:nvSpPr>
          <p:cNvPr id="3" name="Content Placeholder 2">
            <a:extLst>
              <a:ext uri="{FF2B5EF4-FFF2-40B4-BE49-F238E27FC236}">
                <a16:creationId xmlns:a16="http://schemas.microsoft.com/office/drawing/2014/main" id="{228E2C74-E7C4-15E6-38FB-0D31FE6B2E9C}"/>
              </a:ext>
            </a:extLst>
          </p:cNvPr>
          <p:cNvSpPr>
            <a:spLocks noGrp="1"/>
          </p:cNvSpPr>
          <p:nvPr>
            <p:ph idx="1"/>
          </p:nvPr>
        </p:nvSpPr>
        <p:spPr>
          <a:xfrm>
            <a:off x="361398" y="1347489"/>
            <a:ext cx="7327875" cy="3332670"/>
          </a:xfrm>
        </p:spPr>
        <p:txBody>
          <a:bodyPr>
            <a:normAutofit/>
          </a:bodyPr>
          <a:lstStyle/>
          <a:p>
            <a:pPr algn="l">
              <a:lnSpc>
                <a:spcPct val="100000"/>
              </a:lnSpc>
              <a:buFont typeface="Arial" panose="020B0604020202020204" pitchFamily="34" charset="0"/>
              <a:buChar char="•"/>
            </a:pPr>
            <a:r>
              <a:rPr lang="en-IE" sz="2400" b="1" i="0" u="none" strike="noStrike" dirty="0">
                <a:solidFill>
                  <a:srgbClr val="374151"/>
                </a:solidFill>
                <a:effectLst/>
                <a:latin typeface="Söhne"/>
              </a:rPr>
              <a:t>Type</a:t>
            </a:r>
            <a:r>
              <a:rPr lang="en-IE" sz="2400" b="0" i="0" u="none" strike="noStrike" dirty="0">
                <a:solidFill>
                  <a:srgbClr val="374151"/>
                </a:solidFill>
                <a:effectLst/>
                <a:latin typeface="Söhne"/>
              </a:rPr>
              <a:t>: Model-Agnostic</a:t>
            </a:r>
          </a:p>
          <a:p>
            <a:pPr algn="l">
              <a:lnSpc>
                <a:spcPct val="100000"/>
              </a:lnSpc>
              <a:buFont typeface="Arial" panose="020B0604020202020204" pitchFamily="34" charset="0"/>
              <a:buChar char="•"/>
            </a:pPr>
            <a:r>
              <a:rPr lang="en-IE" sz="2400" b="1" i="0" u="none" strike="noStrike" dirty="0">
                <a:solidFill>
                  <a:srgbClr val="374151"/>
                </a:solidFill>
                <a:effectLst/>
                <a:latin typeface="Söhne"/>
              </a:rPr>
              <a:t>Explanation Approach</a:t>
            </a:r>
            <a:r>
              <a:rPr lang="en-IE" sz="2400" b="0" i="0" u="none" strike="noStrike" dirty="0">
                <a:solidFill>
                  <a:srgbClr val="374151"/>
                </a:solidFill>
                <a:effectLst/>
                <a:latin typeface="Söhne"/>
              </a:rPr>
              <a:t>: SHAP generates feature importance using Shapley values based on cooperative game theory. It can explain both individual predictions and a model's global behaviour. Model-specific versions, like </a:t>
            </a:r>
            <a:r>
              <a:rPr lang="en-IE" sz="2400" b="0" i="0" u="none" strike="noStrike" dirty="0" err="1">
                <a:solidFill>
                  <a:srgbClr val="374151"/>
                </a:solidFill>
                <a:effectLst/>
                <a:latin typeface="Söhne"/>
              </a:rPr>
              <a:t>TreeSHAP</a:t>
            </a:r>
            <a:r>
              <a:rPr lang="en-IE" sz="2400" b="0" i="0" u="none" strike="noStrike" dirty="0">
                <a:solidFill>
                  <a:srgbClr val="374151"/>
                </a:solidFill>
                <a:effectLst/>
                <a:latin typeface="Söhne"/>
              </a:rPr>
              <a:t> and Deep SHAP, exist for decision trees and DNNs.</a:t>
            </a:r>
          </a:p>
          <a:p>
            <a:pPr>
              <a:lnSpc>
                <a:spcPct val="100000"/>
              </a:lnSpc>
            </a:pPr>
            <a:endParaRPr lang="en-IE" sz="2400" dirty="0"/>
          </a:p>
        </p:txBody>
      </p:sp>
      <p:pic>
        <p:nvPicPr>
          <p:cNvPr id="1026" name="Picture 2" descr="Explaining Machine Learning Models: A Non-Technical Guide to Interpreting  SHAP Analyses">
            <a:extLst>
              <a:ext uri="{FF2B5EF4-FFF2-40B4-BE49-F238E27FC236}">
                <a16:creationId xmlns:a16="http://schemas.microsoft.com/office/drawing/2014/main" id="{3AB57ECD-D670-F922-39B4-494E0C5D51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9273" y="1467512"/>
            <a:ext cx="4102862" cy="274796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0DF0A9E-61BF-A100-8903-CA7FB2930634}"/>
              </a:ext>
            </a:extLst>
          </p:cNvPr>
          <p:cNvSpPr txBox="1"/>
          <p:nvPr/>
        </p:nvSpPr>
        <p:spPr>
          <a:xfrm>
            <a:off x="626583" y="5632933"/>
            <a:ext cx="9980456" cy="307777"/>
          </a:xfrm>
          <a:prstGeom prst="rect">
            <a:avLst/>
          </a:prstGeom>
          <a:noFill/>
        </p:spPr>
        <p:txBody>
          <a:bodyPr wrap="square">
            <a:spAutoFit/>
          </a:bodyPr>
          <a:lstStyle>
            <a:defPPr>
              <a:defRPr lang="en-US"/>
            </a:defPPr>
            <a:lvl1pPr>
              <a:defRPr sz="1400">
                <a:solidFill>
                  <a:srgbClr val="0070C0"/>
                </a:solidFill>
              </a:defRPr>
            </a:lvl1pPr>
          </a:lstStyle>
          <a:p>
            <a:r>
              <a:rPr lang="en-IE" dirty="0">
                <a:solidFill>
                  <a:schemeClr val="tx1"/>
                </a:solidFill>
              </a:rPr>
              <a:t>https://</a:t>
            </a:r>
            <a:r>
              <a:rPr lang="en-IE" dirty="0" err="1">
                <a:solidFill>
                  <a:schemeClr val="tx1"/>
                </a:solidFill>
              </a:rPr>
              <a:t>www.aidancooper.co.uk</a:t>
            </a:r>
            <a:r>
              <a:rPr lang="en-IE" dirty="0">
                <a:solidFill>
                  <a:schemeClr val="tx1"/>
                </a:solidFill>
              </a:rPr>
              <a:t>/a-non-technical-guide-to-interpreting-</a:t>
            </a:r>
            <a:r>
              <a:rPr lang="en-IE" dirty="0" err="1">
                <a:solidFill>
                  <a:schemeClr val="tx1"/>
                </a:solidFill>
              </a:rPr>
              <a:t>shap</a:t>
            </a:r>
            <a:r>
              <a:rPr lang="en-IE" dirty="0">
                <a:solidFill>
                  <a:schemeClr val="tx1"/>
                </a:solidFill>
              </a:rPr>
              <a:t>-analyses/</a:t>
            </a:r>
          </a:p>
        </p:txBody>
      </p:sp>
      <p:sp>
        <p:nvSpPr>
          <p:cNvPr id="4" name="Slide Number Placeholder 3">
            <a:extLst>
              <a:ext uri="{FF2B5EF4-FFF2-40B4-BE49-F238E27FC236}">
                <a16:creationId xmlns:a16="http://schemas.microsoft.com/office/drawing/2014/main" id="{6EFDC874-DD9A-33A2-7307-7BAFA1733FA9}"/>
              </a:ext>
            </a:extLst>
          </p:cNvPr>
          <p:cNvSpPr>
            <a:spLocks noGrp="1"/>
          </p:cNvSpPr>
          <p:nvPr>
            <p:ph type="sldNum" sz="quarter" idx="12"/>
          </p:nvPr>
        </p:nvSpPr>
        <p:spPr/>
        <p:txBody>
          <a:bodyPr/>
          <a:lstStyle/>
          <a:p>
            <a:fld id="{1AE971F0-0CD2-4C47-8087-EBCE9716EA84}" type="slidenum">
              <a:rPr lang="en-GB" smtClean="0"/>
              <a:pPr/>
              <a:t>20</a:t>
            </a:fld>
            <a:endParaRPr lang="en-GB" dirty="0"/>
          </a:p>
        </p:txBody>
      </p:sp>
      <p:sp>
        <p:nvSpPr>
          <p:cNvPr id="7" name="TextBox 6">
            <a:extLst>
              <a:ext uri="{FF2B5EF4-FFF2-40B4-BE49-F238E27FC236}">
                <a16:creationId xmlns:a16="http://schemas.microsoft.com/office/drawing/2014/main" id="{45E8614E-1AB3-B434-4E22-F9039FAD299A}"/>
              </a:ext>
            </a:extLst>
          </p:cNvPr>
          <p:cNvSpPr txBox="1"/>
          <p:nvPr/>
        </p:nvSpPr>
        <p:spPr>
          <a:xfrm>
            <a:off x="626583" y="4987291"/>
            <a:ext cx="11198271" cy="523220"/>
          </a:xfrm>
          <a:prstGeom prst="rect">
            <a:avLst/>
          </a:prstGeom>
          <a:noFill/>
        </p:spPr>
        <p:txBody>
          <a:bodyPr wrap="square">
            <a:spAutoFit/>
          </a:bodyPr>
          <a:lstStyle/>
          <a:p>
            <a:r>
              <a:rPr lang="en-IE" sz="1400" dirty="0"/>
              <a:t>https://</a:t>
            </a:r>
            <a:r>
              <a:rPr lang="en-IE" sz="1400" dirty="0" err="1"/>
              <a:t>towardsdatascience.com</a:t>
            </a:r>
            <a:r>
              <a:rPr lang="en-IE" sz="1400" dirty="0"/>
              <a:t>/understand-the-working-of-shap-based-on-shapley-values-used-in-xai-in-the-most-simple-way-d61e4947aa4e</a:t>
            </a:r>
          </a:p>
        </p:txBody>
      </p:sp>
    </p:spTree>
    <p:extLst>
      <p:ext uri="{BB962C8B-B14F-4D97-AF65-F5344CB8AC3E}">
        <p14:creationId xmlns:p14="http://schemas.microsoft.com/office/powerpoint/2010/main" val="28542942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E64F544-0EC7-C126-DD08-A4A43A995E05}"/>
              </a:ext>
            </a:extLst>
          </p:cNvPr>
          <p:cNvSpPr>
            <a:spLocks noGrp="1"/>
          </p:cNvSpPr>
          <p:nvPr>
            <p:ph type="sldNum" sz="quarter" idx="12"/>
          </p:nvPr>
        </p:nvSpPr>
        <p:spPr/>
        <p:txBody>
          <a:bodyPr/>
          <a:lstStyle/>
          <a:p>
            <a:fld id="{1AE971F0-0CD2-4C47-8087-EBCE9716EA84}" type="slidenum">
              <a:rPr lang="en-GB" smtClean="0"/>
              <a:pPr/>
              <a:t>21</a:t>
            </a:fld>
            <a:endParaRPr lang="en-GB" dirty="0"/>
          </a:p>
        </p:txBody>
      </p:sp>
      <p:pic>
        <p:nvPicPr>
          <p:cNvPr id="1026" name="Picture 2" descr="Southampton V Man. Utd - As it happened.">
            <a:extLst>
              <a:ext uri="{FF2B5EF4-FFF2-40B4-BE49-F238E27FC236}">
                <a16:creationId xmlns:a16="http://schemas.microsoft.com/office/drawing/2014/main" id="{8A41208D-1BA9-CF6A-527F-E5C10A6A1F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884" y="1194323"/>
            <a:ext cx="8146316" cy="5400872"/>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AF42B0EF-53A1-A1A6-D95E-9BFBA2CA704C}"/>
              </a:ext>
            </a:extLst>
          </p:cNvPr>
          <p:cNvSpPr txBox="1">
            <a:spLocks/>
          </p:cNvSpPr>
          <p:nvPr/>
        </p:nvSpPr>
        <p:spPr>
          <a:xfrm>
            <a:off x="423672" y="220810"/>
            <a:ext cx="10515600" cy="622251"/>
          </a:xfrm>
          <a:prstGeom prst="rect">
            <a:avLst/>
          </a:prstGeom>
        </p:spPr>
        <p:txBody>
          <a:bodyPr/>
          <a:lstStyle>
            <a:lvl1pPr algn="l" defTabSz="914400" rtl="0" eaLnBrk="1" latinLnBrk="0" hangingPunct="1">
              <a:lnSpc>
                <a:spcPct val="90000"/>
              </a:lnSpc>
              <a:spcBef>
                <a:spcPct val="0"/>
              </a:spcBef>
              <a:buNone/>
              <a:defRPr sz="4400" b="1" kern="1200">
                <a:solidFill>
                  <a:srgbClr val="004C6C"/>
                </a:solidFill>
                <a:latin typeface="+mj-lt"/>
                <a:ea typeface="+mj-ea"/>
                <a:cs typeface="+mj-cs"/>
              </a:defRPr>
            </a:lvl1pPr>
          </a:lstStyle>
          <a:p>
            <a:r>
              <a:rPr lang="en-IE" dirty="0"/>
              <a:t>Manchester United - Line up</a:t>
            </a:r>
          </a:p>
        </p:txBody>
      </p:sp>
    </p:spTree>
    <p:extLst>
      <p:ext uri="{BB962C8B-B14F-4D97-AF65-F5344CB8AC3E}">
        <p14:creationId xmlns:p14="http://schemas.microsoft.com/office/powerpoint/2010/main" val="3508631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6509D-CD41-941C-0FE7-9008FD04DB5F}"/>
              </a:ext>
            </a:extLst>
          </p:cNvPr>
          <p:cNvSpPr>
            <a:spLocks noGrp="1"/>
          </p:cNvSpPr>
          <p:nvPr>
            <p:ph type="title"/>
          </p:nvPr>
        </p:nvSpPr>
        <p:spPr/>
        <p:txBody>
          <a:bodyPr/>
          <a:lstStyle/>
          <a:p>
            <a:r>
              <a:rPr lang="en-IE" dirty="0"/>
              <a:t>How do we interpret this plot?</a:t>
            </a:r>
          </a:p>
        </p:txBody>
      </p:sp>
      <p:sp>
        <p:nvSpPr>
          <p:cNvPr id="4" name="Slide Number Placeholder 3">
            <a:extLst>
              <a:ext uri="{FF2B5EF4-FFF2-40B4-BE49-F238E27FC236}">
                <a16:creationId xmlns:a16="http://schemas.microsoft.com/office/drawing/2014/main" id="{A29872C1-81C9-9B55-55CB-2BEA249F34E9}"/>
              </a:ext>
            </a:extLst>
          </p:cNvPr>
          <p:cNvSpPr>
            <a:spLocks noGrp="1"/>
          </p:cNvSpPr>
          <p:nvPr>
            <p:ph type="sldNum" sz="quarter" idx="12"/>
          </p:nvPr>
        </p:nvSpPr>
        <p:spPr/>
        <p:txBody>
          <a:bodyPr/>
          <a:lstStyle/>
          <a:p>
            <a:fld id="{1AE971F0-0CD2-4C47-8087-EBCE9716EA84}" type="slidenum">
              <a:rPr lang="en-GB" smtClean="0"/>
              <a:pPr/>
              <a:t>22</a:t>
            </a:fld>
            <a:endParaRPr lang="en-GB" dirty="0"/>
          </a:p>
        </p:txBody>
      </p:sp>
      <p:pic>
        <p:nvPicPr>
          <p:cNvPr id="5" name="Picture 4" descr="A graph of a graph&#10;&#10;Description automatically generated with medium confidence">
            <a:extLst>
              <a:ext uri="{FF2B5EF4-FFF2-40B4-BE49-F238E27FC236}">
                <a16:creationId xmlns:a16="http://schemas.microsoft.com/office/drawing/2014/main" id="{9BD5CCA6-BD62-0E9D-E117-CE0A141DA4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765" y="536447"/>
            <a:ext cx="11320376" cy="5560887"/>
          </a:xfrm>
          <a:prstGeom prst="rect">
            <a:avLst/>
          </a:prstGeom>
          <a:ln>
            <a:solidFill>
              <a:schemeClr val="tx1"/>
            </a:solidFill>
          </a:ln>
        </p:spPr>
      </p:pic>
    </p:spTree>
    <p:extLst>
      <p:ext uri="{BB962C8B-B14F-4D97-AF65-F5344CB8AC3E}">
        <p14:creationId xmlns:p14="http://schemas.microsoft.com/office/powerpoint/2010/main" val="40778665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EA3FD88-FEB2-0BD3-F43D-0C8505C07B30}"/>
              </a:ext>
            </a:extLst>
          </p:cNvPr>
          <p:cNvSpPr>
            <a:spLocks noGrp="1"/>
          </p:cNvSpPr>
          <p:nvPr>
            <p:ph type="sldNum" sz="quarter" idx="12"/>
          </p:nvPr>
        </p:nvSpPr>
        <p:spPr/>
        <p:txBody>
          <a:bodyPr/>
          <a:lstStyle/>
          <a:p>
            <a:fld id="{1AE971F0-0CD2-4C47-8087-EBCE9716EA84}" type="slidenum">
              <a:rPr lang="en-GB" smtClean="0"/>
              <a:pPr/>
              <a:t>23</a:t>
            </a:fld>
            <a:endParaRPr lang="en-GB" dirty="0"/>
          </a:p>
        </p:txBody>
      </p:sp>
      <p:sp>
        <p:nvSpPr>
          <p:cNvPr id="2" name="Title 1">
            <a:extLst>
              <a:ext uri="{FF2B5EF4-FFF2-40B4-BE49-F238E27FC236}">
                <a16:creationId xmlns:a16="http://schemas.microsoft.com/office/drawing/2014/main" id="{E54C01D5-E7EA-6C55-FDB4-C8AF8D3727A8}"/>
              </a:ext>
            </a:extLst>
          </p:cNvPr>
          <p:cNvSpPr>
            <a:spLocks noGrp="1"/>
          </p:cNvSpPr>
          <p:nvPr>
            <p:ph type="title" idx="4294967295"/>
          </p:nvPr>
        </p:nvSpPr>
        <p:spPr>
          <a:xfrm>
            <a:off x="508868" y="322939"/>
            <a:ext cx="10515600" cy="748616"/>
          </a:xfrm>
        </p:spPr>
        <p:txBody>
          <a:bodyPr>
            <a:normAutofit/>
          </a:bodyPr>
          <a:lstStyle/>
          <a:p>
            <a:r>
              <a:rPr lang="en-IE" dirty="0"/>
              <a:t>SHAP for explaining the Iris dataset</a:t>
            </a:r>
          </a:p>
        </p:txBody>
      </p:sp>
      <p:pic>
        <p:nvPicPr>
          <p:cNvPr id="6" name="Picture 5" descr="A graph of a graph&#10;&#10;Description automatically generated with medium confidence">
            <a:extLst>
              <a:ext uri="{FF2B5EF4-FFF2-40B4-BE49-F238E27FC236}">
                <a16:creationId xmlns:a16="http://schemas.microsoft.com/office/drawing/2014/main" id="{1BFD74E1-F942-1D25-6F84-3B294074EE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4044" y="2158277"/>
            <a:ext cx="7198161" cy="3535939"/>
          </a:xfrm>
          <a:prstGeom prst="rect">
            <a:avLst/>
          </a:prstGeom>
          <a:ln>
            <a:solidFill>
              <a:schemeClr val="tx1"/>
            </a:solidFill>
          </a:ln>
        </p:spPr>
      </p:pic>
      <p:sp>
        <p:nvSpPr>
          <p:cNvPr id="7" name="TextBox 6">
            <a:extLst>
              <a:ext uri="{FF2B5EF4-FFF2-40B4-BE49-F238E27FC236}">
                <a16:creationId xmlns:a16="http://schemas.microsoft.com/office/drawing/2014/main" id="{1C5084E8-64C5-5B93-4A2A-EAEA6CB62EE3}"/>
              </a:ext>
            </a:extLst>
          </p:cNvPr>
          <p:cNvSpPr txBox="1"/>
          <p:nvPr/>
        </p:nvSpPr>
        <p:spPr>
          <a:xfrm>
            <a:off x="2234044" y="1661163"/>
            <a:ext cx="2775183" cy="369332"/>
          </a:xfrm>
          <a:prstGeom prst="rect">
            <a:avLst/>
          </a:prstGeom>
          <a:noFill/>
        </p:spPr>
        <p:txBody>
          <a:bodyPr wrap="none" rtlCol="0">
            <a:spAutoFit/>
          </a:bodyPr>
          <a:lstStyle/>
          <a:p>
            <a:r>
              <a:rPr lang="en-IE" dirty="0"/>
              <a:t>Target class: Iris-virginica</a:t>
            </a:r>
          </a:p>
        </p:txBody>
      </p:sp>
      <p:sp>
        <p:nvSpPr>
          <p:cNvPr id="8" name="TextBox 7">
            <a:extLst>
              <a:ext uri="{FF2B5EF4-FFF2-40B4-BE49-F238E27FC236}">
                <a16:creationId xmlns:a16="http://schemas.microsoft.com/office/drawing/2014/main" id="{62A1E48C-4241-C10E-0DE3-913331950543}"/>
              </a:ext>
            </a:extLst>
          </p:cNvPr>
          <p:cNvSpPr txBox="1"/>
          <p:nvPr/>
        </p:nvSpPr>
        <p:spPr>
          <a:xfrm>
            <a:off x="207818" y="3290886"/>
            <a:ext cx="1631373" cy="1384995"/>
          </a:xfrm>
          <a:prstGeom prst="rect">
            <a:avLst/>
          </a:prstGeom>
          <a:noFill/>
        </p:spPr>
        <p:txBody>
          <a:bodyPr wrap="square" rtlCol="0">
            <a:spAutoFit/>
          </a:bodyPr>
          <a:lstStyle/>
          <a:p>
            <a:r>
              <a:rPr lang="en-IE" sz="1400" dirty="0"/>
              <a:t>Variables are sorted from more impact to less impact in the model.</a:t>
            </a:r>
          </a:p>
          <a:p>
            <a:endParaRPr lang="en-IE" sz="1400" dirty="0"/>
          </a:p>
        </p:txBody>
      </p:sp>
      <p:cxnSp>
        <p:nvCxnSpPr>
          <p:cNvPr id="10" name="Straight Arrow Connector 9">
            <a:extLst>
              <a:ext uri="{FF2B5EF4-FFF2-40B4-BE49-F238E27FC236}">
                <a16:creationId xmlns:a16="http://schemas.microsoft.com/office/drawing/2014/main" id="{97C22912-900D-3859-1695-283EB3F26969}"/>
              </a:ext>
            </a:extLst>
          </p:cNvPr>
          <p:cNvCxnSpPr>
            <a:stCxn id="8" idx="0"/>
          </p:cNvCxnSpPr>
          <p:nvPr/>
        </p:nvCxnSpPr>
        <p:spPr>
          <a:xfrm flipV="1">
            <a:off x="1023505" y="2639291"/>
            <a:ext cx="1054677" cy="6515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1F6ED3A-847C-183A-C567-97730DEED5F6}"/>
              </a:ext>
            </a:extLst>
          </p:cNvPr>
          <p:cNvSpPr txBox="1"/>
          <p:nvPr/>
        </p:nvSpPr>
        <p:spPr>
          <a:xfrm>
            <a:off x="207819" y="5087125"/>
            <a:ext cx="1870364" cy="738664"/>
          </a:xfrm>
          <a:prstGeom prst="rect">
            <a:avLst/>
          </a:prstGeom>
          <a:noFill/>
        </p:spPr>
        <p:txBody>
          <a:bodyPr wrap="square" rtlCol="0">
            <a:spAutoFit/>
          </a:bodyPr>
          <a:lstStyle/>
          <a:p>
            <a:r>
              <a:rPr lang="en-IE" sz="1400" dirty="0"/>
              <a:t>Blue values are pushing to not predict that value.</a:t>
            </a:r>
          </a:p>
        </p:txBody>
      </p:sp>
      <p:sp>
        <p:nvSpPr>
          <p:cNvPr id="13" name="TextBox 12">
            <a:extLst>
              <a:ext uri="{FF2B5EF4-FFF2-40B4-BE49-F238E27FC236}">
                <a16:creationId xmlns:a16="http://schemas.microsoft.com/office/drawing/2014/main" id="{72ACB1AA-7E38-5ABB-6CF3-3EAD791FB3A2}"/>
              </a:ext>
            </a:extLst>
          </p:cNvPr>
          <p:cNvSpPr txBox="1"/>
          <p:nvPr/>
        </p:nvSpPr>
        <p:spPr>
          <a:xfrm>
            <a:off x="9588067" y="1242703"/>
            <a:ext cx="2241838" cy="738664"/>
          </a:xfrm>
          <a:prstGeom prst="rect">
            <a:avLst/>
          </a:prstGeom>
          <a:noFill/>
        </p:spPr>
        <p:txBody>
          <a:bodyPr wrap="square">
            <a:spAutoFit/>
          </a:bodyPr>
          <a:lstStyle/>
          <a:p>
            <a:r>
              <a:rPr lang="en-IE" sz="1400" dirty="0"/>
              <a:t>The more the value is to the right or to the left the more is impacting.</a:t>
            </a:r>
          </a:p>
        </p:txBody>
      </p:sp>
      <p:cxnSp>
        <p:nvCxnSpPr>
          <p:cNvPr id="15" name="Straight Arrow Connector 14">
            <a:extLst>
              <a:ext uri="{FF2B5EF4-FFF2-40B4-BE49-F238E27FC236}">
                <a16:creationId xmlns:a16="http://schemas.microsoft.com/office/drawing/2014/main" id="{D89A4621-EFF3-7BE6-0B48-AEC0E24CD094}"/>
              </a:ext>
            </a:extLst>
          </p:cNvPr>
          <p:cNvCxnSpPr>
            <a:cxnSpLocks/>
            <a:stCxn id="13" idx="1"/>
          </p:cNvCxnSpPr>
          <p:nvPr/>
        </p:nvCxnSpPr>
        <p:spPr>
          <a:xfrm flipH="1">
            <a:off x="8375073" y="1612035"/>
            <a:ext cx="1212994" cy="8369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540B391-7038-6BFC-D518-5EDC8B55DC2B}"/>
              </a:ext>
            </a:extLst>
          </p:cNvPr>
          <p:cNvSpPr txBox="1"/>
          <p:nvPr/>
        </p:nvSpPr>
        <p:spPr>
          <a:xfrm>
            <a:off x="9754322" y="2453892"/>
            <a:ext cx="2229860" cy="523220"/>
          </a:xfrm>
          <a:prstGeom prst="rect">
            <a:avLst/>
          </a:prstGeom>
          <a:noFill/>
        </p:spPr>
        <p:txBody>
          <a:bodyPr wrap="square">
            <a:spAutoFit/>
          </a:bodyPr>
          <a:lstStyle/>
          <a:p>
            <a:r>
              <a:rPr lang="en-IE" sz="1400" dirty="0"/>
              <a:t>Red values are pushing to predict the target.</a:t>
            </a:r>
          </a:p>
        </p:txBody>
      </p:sp>
      <p:cxnSp>
        <p:nvCxnSpPr>
          <p:cNvPr id="20" name="Straight Arrow Connector 19">
            <a:extLst>
              <a:ext uri="{FF2B5EF4-FFF2-40B4-BE49-F238E27FC236}">
                <a16:creationId xmlns:a16="http://schemas.microsoft.com/office/drawing/2014/main" id="{A82A338C-2605-B010-DEFF-DD633CDFD65C}"/>
              </a:ext>
            </a:extLst>
          </p:cNvPr>
          <p:cNvCxnSpPr>
            <a:cxnSpLocks/>
            <a:stCxn id="18" idx="1"/>
          </p:cNvCxnSpPr>
          <p:nvPr/>
        </p:nvCxnSpPr>
        <p:spPr>
          <a:xfrm flipH="1">
            <a:off x="8281555" y="2715502"/>
            <a:ext cx="1472767" cy="5232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4BAB935-F209-0F61-991A-188C80B0B57A}"/>
              </a:ext>
            </a:extLst>
          </p:cNvPr>
          <p:cNvCxnSpPr>
            <a:stCxn id="11" idx="0"/>
          </p:cNvCxnSpPr>
          <p:nvPr/>
        </p:nvCxnSpPr>
        <p:spPr>
          <a:xfrm flipV="1">
            <a:off x="1143001" y="3429000"/>
            <a:ext cx="3252354" cy="16581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927F008-97B3-24E0-7127-DA1766A741D6}"/>
              </a:ext>
            </a:extLst>
          </p:cNvPr>
          <p:cNvSpPr txBox="1"/>
          <p:nvPr/>
        </p:nvSpPr>
        <p:spPr>
          <a:xfrm>
            <a:off x="9588066" y="3785192"/>
            <a:ext cx="2603933" cy="523220"/>
          </a:xfrm>
          <a:prstGeom prst="rect">
            <a:avLst/>
          </a:prstGeom>
          <a:noFill/>
        </p:spPr>
        <p:txBody>
          <a:bodyPr wrap="square">
            <a:spAutoFit/>
          </a:bodyPr>
          <a:lstStyle/>
          <a:p>
            <a:r>
              <a:rPr lang="en-IE" sz="1400" dirty="0"/>
              <a:t>The more intense the red the higher the value of the feature. </a:t>
            </a:r>
          </a:p>
        </p:txBody>
      </p:sp>
      <p:cxnSp>
        <p:nvCxnSpPr>
          <p:cNvPr id="27" name="Straight Arrow Connector 26">
            <a:extLst>
              <a:ext uri="{FF2B5EF4-FFF2-40B4-BE49-F238E27FC236}">
                <a16:creationId xmlns:a16="http://schemas.microsoft.com/office/drawing/2014/main" id="{019232C2-2C36-0211-20AF-06577B68A679}"/>
              </a:ext>
            </a:extLst>
          </p:cNvPr>
          <p:cNvCxnSpPr>
            <a:cxnSpLocks/>
            <a:stCxn id="50" idx="1"/>
          </p:cNvCxnSpPr>
          <p:nvPr/>
        </p:nvCxnSpPr>
        <p:spPr>
          <a:xfrm flipH="1" flipV="1">
            <a:off x="5943600" y="4998027"/>
            <a:ext cx="3644466" cy="402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FE2489CA-DBFD-4561-C479-F68A837C971B}"/>
              </a:ext>
            </a:extLst>
          </p:cNvPr>
          <p:cNvCxnSpPr>
            <a:cxnSpLocks/>
          </p:cNvCxnSpPr>
          <p:nvPr/>
        </p:nvCxnSpPr>
        <p:spPr>
          <a:xfrm flipH="1" flipV="1">
            <a:off x="7796647" y="3429000"/>
            <a:ext cx="1791419" cy="5968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20FD4DA-410C-EB55-7087-F4BFC62E4ED1}"/>
              </a:ext>
            </a:extLst>
          </p:cNvPr>
          <p:cNvCxnSpPr>
            <a:cxnSpLocks/>
            <a:stCxn id="48" idx="1"/>
          </p:cNvCxnSpPr>
          <p:nvPr/>
        </p:nvCxnSpPr>
        <p:spPr>
          <a:xfrm flipH="1" flipV="1">
            <a:off x="6463145" y="4025897"/>
            <a:ext cx="3103133" cy="697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6FB85642-EE63-43A4-D3FB-E33C9BBEFA67}"/>
              </a:ext>
            </a:extLst>
          </p:cNvPr>
          <p:cNvSpPr txBox="1"/>
          <p:nvPr/>
        </p:nvSpPr>
        <p:spPr>
          <a:xfrm>
            <a:off x="2767806" y="5988516"/>
            <a:ext cx="3065318" cy="738664"/>
          </a:xfrm>
          <a:prstGeom prst="rect">
            <a:avLst/>
          </a:prstGeom>
          <a:noFill/>
        </p:spPr>
        <p:txBody>
          <a:bodyPr wrap="square">
            <a:spAutoFit/>
          </a:bodyPr>
          <a:lstStyle/>
          <a:p>
            <a:r>
              <a:rPr lang="en-IE" sz="1400" dirty="0"/>
              <a:t>There are a lot of instances making negative contributions (-0.2) against predicting Iris-Virginica.</a:t>
            </a:r>
          </a:p>
        </p:txBody>
      </p:sp>
      <p:cxnSp>
        <p:nvCxnSpPr>
          <p:cNvPr id="41" name="Straight Arrow Connector 40">
            <a:extLst>
              <a:ext uri="{FF2B5EF4-FFF2-40B4-BE49-F238E27FC236}">
                <a16:creationId xmlns:a16="http://schemas.microsoft.com/office/drawing/2014/main" id="{DB801636-8E51-EFF3-24EE-989634CC0015}"/>
              </a:ext>
            </a:extLst>
          </p:cNvPr>
          <p:cNvCxnSpPr>
            <a:cxnSpLocks/>
            <a:stCxn id="39" idx="0"/>
          </p:cNvCxnSpPr>
          <p:nvPr/>
        </p:nvCxnSpPr>
        <p:spPr>
          <a:xfrm flipV="1">
            <a:off x="4300465" y="3647209"/>
            <a:ext cx="489743" cy="23413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E3B14BC5-5F19-7EE4-B286-C9568B66DCDB}"/>
              </a:ext>
            </a:extLst>
          </p:cNvPr>
          <p:cNvSpPr txBox="1"/>
          <p:nvPr/>
        </p:nvSpPr>
        <p:spPr>
          <a:xfrm>
            <a:off x="6327703" y="5997519"/>
            <a:ext cx="3065318" cy="738664"/>
          </a:xfrm>
          <a:prstGeom prst="rect">
            <a:avLst/>
          </a:prstGeom>
          <a:noFill/>
        </p:spPr>
        <p:txBody>
          <a:bodyPr wrap="square">
            <a:spAutoFit/>
          </a:bodyPr>
          <a:lstStyle/>
          <a:p>
            <a:r>
              <a:rPr lang="en-IE" sz="1400" dirty="0"/>
              <a:t>There are few instances making positive contributions (+0.1) towards predicting Iris-Virginica.</a:t>
            </a:r>
          </a:p>
        </p:txBody>
      </p:sp>
      <p:cxnSp>
        <p:nvCxnSpPr>
          <p:cNvPr id="44" name="Straight Arrow Connector 43">
            <a:extLst>
              <a:ext uri="{FF2B5EF4-FFF2-40B4-BE49-F238E27FC236}">
                <a16:creationId xmlns:a16="http://schemas.microsoft.com/office/drawing/2014/main" id="{B48EC20A-D2A5-FF41-6CC9-DCB3D1C3E158}"/>
              </a:ext>
            </a:extLst>
          </p:cNvPr>
          <p:cNvCxnSpPr>
            <a:cxnSpLocks/>
            <a:stCxn id="43" idx="0"/>
          </p:cNvCxnSpPr>
          <p:nvPr/>
        </p:nvCxnSpPr>
        <p:spPr>
          <a:xfrm flipH="1" flipV="1">
            <a:off x="6461776" y="3427387"/>
            <a:ext cx="1398586" cy="25701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B421C319-1DE8-15CC-1D1F-261F94B5BFF0}"/>
              </a:ext>
            </a:extLst>
          </p:cNvPr>
          <p:cNvSpPr txBox="1"/>
          <p:nvPr/>
        </p:nvSpPr>
        <p:spPr>
          <a:xfrm>
            <a:off x="9566278" y="4462012"/>
            <a:ext cx="2916380" cy="523220"/>
          </a:xfrm>
          <a:prstGeom prst="rect">
            <a:avLst/>
          </a:prstGeom>
          <a:noFill/>
        </p:spPr>
        <p:txBody>
          <a:bodyPr wrap="square">
            <a:spAutoFit/>
          </a:bodyPr>
          <a:lstStyle/>
          <a:p>
            <a:r>
              <a:rPr lang="en-IE" sz="1400" dirty="0"/>
              <a:t>The more intense the blue the lower the value. </a:t>
            </a:r>
          </a:p>
        </p:txBody>
      </p:sp>
      <p:sp>
        <p:nvSpPr>
          <p:cNvPr id="50" name="TextBox 49">
            <a:extLst>
              <a:ext uri="{FF2B5EF4-FFF2-40B4-BE49-F238E27FC236}">
                <a16:creationId xmlns:a16="http://schemas.microsoft.com/office/drawing/2014/main" id="{55ED6E10-93DC-3C44-BECE-787524D7DF6F}"/>
              </a:ext>
            </a:extLst>
          </p:cNvPr>
          <p:cNvSpPr txBox="1"/>
          <p:nvPr/>
        </p:nvSpPr>
        <p:spPr>
          <a:xfrm>
            <a:off x="9588066" y="5138832"/>
            <a:ext cx="2324103" cy="523220"/>
          </a:xfrm>
          <a:prstGeom prst="rect">
            <a:avLst/>
          </a:prstGeom>
          <a:noFill/>
        </p:spPr>
        <p:txBody>
          <a:bodyPr wrap="square">
            <a:spAutoFit/>
          </a:bodyPr>
          <a:lstStyle/>
          <a:p>
            <a:r>
              <a:rPr lang="en-IE" sz="1400" dirty="0"/>
              <a:t>If it is in the middle the value is half-way.</a:t>
            </a:r>
          </a:p>
        </p:txBody>
      </p:sp>
    </p:spTree>
    <p:extLst>
      <p:ext uri="{BB962C8B-B14F-4D97-AF65-F5344CB8AC3E}">
        <p14:creationId xmlns:p14="http://schemas.microsoft.com/office/powerpoint/2010/main" val="14291870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4E83F-B50C-B702-E0C4-7BB3946D30BE}"/>
              </a:ext>
            </a:extLst>
          </p:cNvPr>
          <p:cNvSpPr>
            <a:spLocks noGrp="1"/>
          </p:cNvSpPr>
          <p:nvPr>
            <p:ph type="title"/>
          </p:nvPr>
        </p:nvSpPr>
        <p:spPr/>
        <p:txBody>
          <a:bodyPr/>
          <a:lstStyle/>
          <a:p>
            <a:r>
              <a:rPr lang="en-IE" b="1" i="0" u="none" strike="noStrike" dirty="0" err="1">
                <a:effectLst/>
                <a:latin typeface="Söhne"/>
              </a:rPr>
              <a:t>Layerwise</a:t>
            </a:r>
            <a:r>
              <a:rPr lang="en-IE" b="1" i="0" u="none" strike="noStrike" dirty="0">
                <a:effectLst/>
                <a:latin typeface="Söhne"/>
              </a:rPr>
              <a:t> Relevance Propagation (LRP)</a:t>
            </a:r>
            <a:endParaRPr lang="en-IE" dirty="0"/>
          </a:p>
        </p:txBody>
      </p:sp>
      <p:sp>
        <p:nvSpPr>
          <p:cNvPr id="3" name="Content Placeholder 2">
            <a:extLst>
              <a:ext uri="{FF2B5EF4-FFF2-40B4-BE49-F238E27FC236}">
                <a16:creationId xmlns:a16="http://schemas.microsoft.com/office/drawing/2014/main" id="{760E3F6B-9A80-E574-EF37-47D866E6FF36}"/>
              </a:ext>
            </a:extLst>
          </p:cNvPr>
          <p:cNvSpPr>
            <a:spLocks noGrp="1"/>
          </p:cNvSpPr>
          <p:nvPr>
            <p:ph idx="1"/>
          </p:nvPr>
        </p:nvSpPr>
        <p:spPr>
          <a:xfrm>
            <a:off x="838200" y="1490323"/>
            <a:ext cx="10515600" cy="2728763"/>
          </a:xfrm>
        </p:spPr>
        <p:txBody>
          <a:bodyPr>
            <a:normAutofit/>
          </a:bodyPr>
          <a:lstStyle/>
          <a:p>
            <a:pPr algn="l">
              <a:lnSpc>
                <a:spcPct val="100000"/>
              </a:lnSpc>
              <a:buFont typeface="Arial" panose="020B0604020202020204" pitchFamily="34" charset="0"/>
              <a:buChar char="•"/>
            </a:pPr>
            <a:r>
              <a:rPr lang="en-IE" b="1" i="0" u="none" strike="noStrike" dirty="0">
                <a:solidFill>
                  <a:srgbClr val="374151"/>
                </a:solidFill>
                <a:effectLst/>
                <a:latin typeface="Söhne"/>
              </a:rPr>
              <a:t>Type</a:t>
            </a:r>
            <a:r>
              <a:rPr lang="en-IE" b="0" i="0" u="none" strike="noStrike" dirty="0">
                <a:solidFill>
                  <a:srgbClr val="374151"/>
                </a:solidFill>
                <a:effectLst/>
                <a:latin typeface="Söhne"/>
              </a:rPr>
              <a:t>: Model-Specific</a:t>
            </a:r>
          </a:p>
          <a:p>
            <a:pPr algn="l">
              <a:lnSpc>
                <a:spcPct val="100000"/>
              </a:lnSpc>
              <a:buFont typeface="Arial" panose="020B0604020202020204" pitchFamily="34" charset="0"/>
              <a:buChar char="•"/>
            </a:pPr>
            <a:r>
              <a:rPr lang="en-IE" b="1" i="0" u="none" strike="noStrike" dirty="0">
                <a:solidFill>
                  <a:srgbClr val="374151"/>
                </a:solidFill>
                <a:effectLst/>
                <a:latin typeface="Söhne"/>
              </a:rPr>
              <a:t>Explanation Approach</a:t>
            </a:r>
            <a:r>
              <a:rPr lang="en-IE" b="0" i="0" u="none" strike="noStrike" dirty="0">
                <a:solidFill>
                  <a:srgbClr val="374151"/>
                </a:solidFill>
                <a:effectLst/>
                <a:latin typeface="Söhne"/>
              </a:rPr>
              <a:t>: LRP explains deep neural networks by decomposing them into different layers. It identifies relevant inputs for predictions and considers activation scores of neurons through backpropagation to highlight meaningful pixels in images.</a:t>
            </a:r>
          </a:p>
          <a:p>
            <a:pPr>
              <a:lnSpc>
                <a:spcPct val="100000"/>
              </a:lnSpc>
            </a:pPr>
            <a:endParaRPr lang="en-IE" dirty="0"/>
          </a:p>
        </p:txBody>
      </p:sp>
      <p:pic>
        <p:nvPicPr>
          <p:cNvPr id="2050" name="Picture 2" descr="Layer-Wise Relevance Propagation: An Overview | SpringerLink">
            <a:extLst>
              <a:ext uri="{FF2B5EF4-FFF2-40B4-BE49-F238E27FC236}">
                <a16:creationId xmlns:a16="http://schemas.microsoft.com/office/drawing/2014/main" id="{02484F99-FA59-4253-2951-5BB382D10F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6886" y="4385542"/>
            <a:ext cx="7718227" cy="161125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3BE0E2F4-6F00-B1FD-6CF0-EEE524C71BEB}"/>
              </a:ext>
            </a:extLst>
          </p:cNvPr>
          <p:cNvSpPr>
            <a:spLocks noGrp="1"/>
          </p:cNvSpPr>
          <p:nvPr>
            <p:ph type="sldNum" sz="quarter" idx="12"/>
          </p:nvPr>
        </p:nvSpPr>
        <p:spPr/>
        <p:txBody>
          <a:bodyPr/>
          <a:lstStyle/>
          <a:p>
            <a:fld id="{1AE971F0-0CD2-4C47-8087-EBCE9716EA84}" type="slidenum">
              <a:rPr lang="en-GB" smtClean="0"/>
              <a:pPr/>
              <a:t>24</a:t>
            </a:fld>
            <a:endParaRPr lang="en-GB" dirty="0"/>
          </a:p>
        </p:txBody>
      </p:sp>
    </p:spTree>
    <p:extLst>
      <p:ext uri="{BB962C8B-B14F-4D97-AF65-F5344CB8AC3E}">
        <p14:creationId xmlns:p14="http://schemas.microsoft.com/office/powerpoint/2010/main" val="2816571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42947-9DCE-FF60-8851-745A6D0F7DC3}"/>
              </a:ext>
            </a:extLst>
          </p:cNvPr>
          <p:cNvSpPr>
            <a:spLocks noGrp="1"/>
          </p:cNvSpPr>
          <p:nvPr>
            <p:ph type="title"/>
          </p:nvPr>
        </p:nvSpPr>
        <p:spPr>
          <a:xfrm>
            <a:off x="310896" y="196746"/>
            <a:ext cx="10515600" cy="968176"/>
          </a:xfrm>
        </p:spPr>
        <p:txBody>
          <a:bodyPr/>
          <a:lstStyle/>
          <a:p>
            <a:r>
              <a:rPr lang="en-IE" dirty="0"/>
              <a:t>LRP for Images</a:t>
            </a:r>
          </a:p>
        </p:txBody>
      </p:sp>
      <p:sp>
        <p:nvSpPr>
          <p:cNvPr id="4" name="Slide Number Placeholder 3">
            <a:extLst>
              <a:ext uri="{FF2B5EF4-FFF2-40B4-BE49-F238E27FC236}">
                <a16:creationId xmlns:a16="http://schemas.microsoft.com/office/drawing/2014/main" id="{CDFBB3BD-ED21-5AC2-CBDD-5CE4418A403C}"/>
              </a:ext>
            </a:extLst>
          </p:cNvPr>
          <p:cNvSpPr>
            <a:spLocks noGrp="1"/>
          </p:cNvSpPr>
          <p:nvPr>
            <p:ph type="sldNum" sz="quarter" idx="12"/>
          </p:nvPr>
        </p:nvSpPr>
        <p:spPr/>
        <p:txBody>
          <a:bodyPr/>
          <a:lstStyle/>
          <a:p>
            <a:fld id="{1AE971F0-0CD2-4C47-8087-EBCE9716EA84}" type="slidenum">
              <a:rPr lang="en-GB" smtClean="0"/>
              <a:pPr/>
              <a:t>25</a:t>
            </a:fld>
            <a:endParaRPr lang="en-GB" dirty="0"/>
          </a:p>
        </p:txBody>
      </p:sp>
      <p:pic>
        <p:nvPicPr>
          <p:cNvPr id="2050" name="Picture 2" descr="Overview of Explainable AI and Layer wise relevance propagation (LRP) | by  Praveen | Medium">
            <a:extLst>
              <a:ext uri="{FF2B5EF4-FFF2-40B4-BE49-F238E27FC236}">
                <a16:creationId xmlns:a16="http://schemas.microsoft.com/office/drawing/2014/main" id="{AB817136-57A0-A134-CC2B-704CDD2DC1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2350" y="1164922"/>
            <a:ext cx="7607300" cy="3365500"/>
          </a:xfrm>
          <a:prstGeom prst="rect">
            <a:avLst/>
          </a:prstGeom>
          <a:solidFill>
            <a:schemeClr val="bg1"/>
          </a:solidFill>
          <a:ln>
            <a:solidFill>
              <a:schemeClr val="tx1"/>
            </a:solidFill>
          </a:ln>
        </p:spPr>
      </p:pic>
      <p:sp>
        <p:nvSpPr>
          <p:cNvPr id="6" name="TextBox 5">
            <a:extLst>
              <a:ext uri="{FF2B5EF4-FFF2-40B4-BE49-F238E27FC236}">
                <a16:creationId xmlns:a16="http://schemas.microsoft.com/office/drawing/2014/main" id="{9A7787E4-B9F0-1ADA-BD42-665356EFB085}"/>
              </a:ext>
            </a:extLst>
          </p:cNvPr>
          <p:cNvSpPr txBox="1"/>
          <p:nvPr/>
        </p:nvSpPr>
        <p:spPr>
          <a:xfrm>
            <a:off x="310896" y="4913823"/>
            <a:ext cx="11570208" cy="1015663"/>
          </a:xfrm>
          <a:prstGeom prst="rect">
            <a:avLst/>
          </a:prstGeom>
          <a:noFill/>
        </p:spPr>
        <p:txBody>
          <a:bodyPr wrap="square">
            <a:spAutoFit/>
          </a:bodyPr>
          <a:lstStyle/>
          <a:p>
            <a:r>
              <a:rPr lang="en-IE" sz="2000" dirty="0"/>
              <a:t>Explanation obtained for the output neuron </a:t>
            </a:r>
            <a:r>
              <a:rPr lang="en-IE" sz="2000" i="1" dirty="0"/>
              <a:t>“</a:t>
            </a:r>
            <a:r>
              <a:rPr lang="en-IE" sz="2000" i="1" dirty="0" err="1"/>
              <a:t>passenger_car</a:t>
            </a:r>
            <a:r>
              <a:rPr lang="en-IE" sz="2000" i="1" dirty="0"/>
              <a:t>”, </a:t>
            </a:r>
            <a:r>
              <a:rPr lang="en-IE" sz="2000" dirty="0"/>
              <a:t>shown as a heatmap. Here, features(pixels) of the image that represent “passenger car” are highlighted in red, indicating its positive relevance in deciding the class </a:t>
            </a:r>
            <a:r>
              <a:rPr lang="en-IE" sz="2000" i="1" dirty="0"/>
              <a:t>“</a:t>
            </a:r>
            <a:r>
              <a:rPr lang="en-IE" sz="2000" i="1" dirty="0" err="1"/>
              <a:t>passenger_car</a:t>
            </a:r>
            <a:r>
              <a:rPr lang="en-IE" sz="2000" i="1" dirty="0"/>
              <a:t>” </a:t>
            </a:r>
            <a:r>
              <a:rPr lang="en-IE" sz="2000" dirty="0"/>
              <a:t>at the output</a:t>
            </a:r>
          </a:p>
        </p:txBody>
      </p:sp>
      <p:sp>
        <p:nvSpPr>
          <p:cNvPr id="8" name="TextBox 7">
            <a:extLst>
              <a:ext uri="{FF2B5EF4-FFF2-40B4-BE49-F238E27FC236}">
                <a16:creationId xmlns:a16="http://schemas.microsoft.com/office/drawing/2014/main" id="{33142A08-62FC-6644-9C89-A366C34B1CAA}"/>
              </a:ext>
            </a:extLst>
          </p:cNvPr>
          <p:cNvSpPr txBox="1"/>
          <p:nvPr/>
        </p:nvSpPr>
        <p:spPr>
          <a:xfrm>
            <a:off x="310896" y="6278423"/>
            <a:ext cx="7589520" cy="584775"/>
          </a:xfrm>
          <a:prstGeom prst="rect">
            <a:avLst/>
          </a:prstGeom>
          <a:noFill/>
        </p:spPr>
        <p:txBody>
          <a:bodyPr wrap="square">
            <a:spAutoFit/>
          </a:bodyPr>
          <a:lstStyle/>
          <a:p>
            <a:r>
              <a:rPr lang="en-IE" sz="1600" dirty="0">
                <a:solidFill>
                  <a:schemeClr val="bg1"/>
                </a:solidFill>
              </a:rPr>
              <a:t>https://praveenkumar2909.medium.com/overview-of-explainable-ai-and-layer-wise-relevance-propagation-lrp-cb2d008fec57</a:t>
            </a:r>
          </a:p>
        </p:txBody>
      </p:sp>
    </p:spTree>
    <p:extLst>
      <p:ext uri="{BB962C8B-B14F-4D97-AF65-F5344CB8AC3E}">
        <p14:creationId xmlns:p14="http://schemas.microsoft.com/office/powerpoint/2010/main" val="4224299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CBD6D19-71CD-F0E4-63C7-6EC009295A59}"/>
              </a:ext>
            </a:extLst>
          </p:cNvPr>
          <p:cNvSpPr>
            <a:spLocks noGrp="1"/>
          </p:cNvSpPr>
          <p:nvPr>
            <p:ph type="title"/>
          </p:nvPr>
        </p:nvSpPr>
        <p:spPr>
          <a:xfrm>
            <a:off x="831850" y="4472610"/>
            <a:ext cx="10515600" cy="1567790"/>
          </a:xfrm>
        </p:spPr>
        <p:txBody>
          <a:bodyPr>
            <a:normAutofit fontScale="90000"/>
          </a:bodyPr>
          <a:lstStyle/>
          <a:p>
            <a:r>
              <a:rPr lang="en-GB" dirty="0"/>
              <a:t>Section 3 – ML Explainable Approaches</a:t>
            </a:r>
            <a:endParaRPr lang="en-IE" dirty="0"/>
          </a:p>
        </p:txBody>
      </p:sp>
      <p:sp>
        <p:nvSpPr>
          <p:cNvPr id="7" name="Slide Number Placeholder 6">
            <a:extLst>
              <a:ext uri="{FF2B5EF4-FFF2-40B4-BE49-F238E27FC236}">
                <a16:creationId xmlns:a16="http://schemas.microsoft.com/office/drawing/2014/main" id="{6BA64DFD-193E-8E92-4B81-615BE8AC4947}"/>
              </a:ext>
            </a:extLst>
          </p:cNvPr>
          <p:cNvSpPr>
            <a:spLocks noGrp="1"/>
          </p:cNvSpPr>
          <p:nvPr>
            <p:ph type="sldNum" sz="quarter" idx="12"/>
          </p:nvPr>
        </p:nvSpPr>
        <p:spPr/>
        <p:txBody>
          <a:bodyPr/>
          <a:lstStyle/>
          <a:p>
            <a:fld id="{1AE971F0-0CD2-4C47-8087-EBCE9716EA84}" type="slidenum">
              <a:rPr lang="en-GB" smtClean="0"/>
              <a:t>26</a:t>
            </a:fld>
            <a:endParaRPr lang="en-GB"/>
          </a:p>
        </p:txBody>
      </p:sp>
      <p:pic>
        <p:nvPicPr>
          <p:cNvPr id="4" name="Picture 3">
            <a:extLst>
              <a:ext uri="{FF2B5EF4-FFF2-40B4-BE49-F238E27FC236}">
                <a16:creationId xmlns:a16="http://schemas.microsoft.com/office/drawing/2014/main" id="{4E1F42D6-1EB3-2F82-5721-BF2DDA73819E}"/>
              </a:ext>
            </a:extLst>
          </p:cNvPr>
          <p:cNvPicPr>
            <a:picLocks noChangeAspect="1"/>
          </p:cNvPicPr>
          <p:nvPr/>
        </p:nvPicPr>
        <p:blipFill>
          <a:blip r:embed="rId3"/>
          <a:stretch>
            <a:fillRect/>
          </a:stretch>
        </p:blipFill>
        <p:spPr>
          <a:xfrm>
            <a:off x="4431438" y="609600"/>
            <a:ext cx="3329124" cy="3329124"/>
          </a:xfrm>
          <a:prstGeom prst="rect">
            <a:avLst/>
          </a:prstGeom>
        </p:spPr>
      </p:pic>
    </p:spTree>
    <p:extLst>
      <p:ext uri="{BB962C8B-B14F-4D97-AF65-F5344CB8AC3E}">
        <p14:creationId xmlns:p14="http://schemas.microsoft.com/office/powerpoint/2010/main" val="36387919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2AFAB-796D-0B99-4D2D-35A4893D4FEC}"/>
              </a:ext>
            </a:extLst>
          </p:cNvPr>
          <p:cNvSpPr>
            <a:spLocks noGrp="1"/>
          </p:cNvSpPr>
          <p:nvPr>
            <p:ph type="title"/>
          </p:nvPr>
        </p:nvSpPr>
        <p:spPr>
          <a:xfrm>
            <a:off x="838200" y="365125"/>
            <a:ext cx="10515600" cy="985373"/>
          </a:xfrm>
        </p:spPr>
        <p:txBody>
          <a:bodyPr vert="horz" lIns="91440" tIns="45720" rIns="91440" bIns="45720" rtlCol="0" anchor="ctr">
            <a:normAutofit/>
          </a:bodyPr>
          <a:lstStyle/>
          <a:p>
            <a:r>
              <a:rPr lang="en-IE" sz="4400" dirty="0"/>
              <a:t>Model-Agnostic vs Model-Specific</a:t>
            </a:r>
            <a:endParaRPr lang="en-IE" dirty="0">
              <a:latin typeface="Helvetica" pitchFamily="2" charset="0"/>
            </a:endParaRPr>
          </a:p>
        </p:txBody>
      </p:sp>
      <p:sp>
        <p:nvSpPr>
          <p:cNvPr id="3" name="Content Placeholder 2">
            <a:extLst>
              <a:ext uri="{FF2B5EF4-FFF2-40B4-BE49-F238E27FC236}">
                <a16:creationId xmlns:a16="http://schemas.microsoft.com/office/drawing/2014/main" id="{9D7F910F-C50A-C805-DEB9-B97BD60F964D}"/>
              </a:ext>
            </a:extLst>
          </p:cNvPr>
          <p:cNvSpPr>
            <a:spLocks noGrp="1"/>
          </p:cNvSpPr>
          <p:nvPr>
            <p:ph idx="1"/>
          </p:nvPr>
        </p:nvSpPr>
        <p:spPr>
          <a:xfrm>
            <a:off x="838200" y="1690688"/>
            <a:ext cx="7309338" cy="3350235"/>
          </a:xfrm>
        </p:spPr>
        <p:txBody>
          <a:bodyPr>
            <a:normAutofit/>
          </a:bodyPr>
          <a:lstStyle/>
          <a:p>
            <a:pPr>
              <a:lnSpc>
                <a:spcPct val="100000"/>
              </a:lnSpc>
            </a:pPr>
            <a:r>
              <a:rPr lang="en-IE" dirty="0"/>
              <a:t>Model-agnostic methods don't consider the internal components of the model, making them suitable for any black-box approach.</a:t>
            </a:r>
          </a:p>
          <a:p>
            <a:pPr>
              <a:lnSpc>
                <a:spcPct val="100000"/>
              </a:lnSpc>
            </a:pPr>
            <a:r>
              <a:rPr lang="en-IE" dirty="0"/>
              <a:t>Model-specific methods are defined using parameters specific to the individual model, like interpreting linear regression weights.</a:t>
            </a:r>
          </a:p>
        </p:txBody>
      </p:sp>
      <p:sp>
        <p:nvSpPr>
          <p:cNvPr id="4" name="Slide Number Placeholder 3">
            <a:extLst>
              <a:ext uri="{FF2B5EF4-FFF2-40B4-BE49-F238E27FC236}">
                <a16:creationId xmlns:a16="http://schemas.microsoft.com/office/drawing/2014/main" id="{1E3FBDC2-3EB7-10E1-56D2-A37C61351901}"/>
              </a:ext>
            </a:extLst>
          </p:cNvPr>
          <p:cNvSpPr>
            <a:spLocks noGrp="1"/>
          </p:cNvSpPr>
          <p:nvPr>
            <p:ph type="sldNum" sz="quarter" idx="12"/>
          </p:nvPr>
        </p:nvSpPr>
        <p:spPr/>
        <p:txBody>
          <a:bodyPr/>
          <a:lstStyle/>
          <a:p>
            <a:fld id="{1AE971F0-0CD2-4C47-8087-EBCE9716EA84}" type="slidenum">
              <a:rPr lang="en-GB" smtClean="0"/>
              <a:pPr/>
              <a:t>27</a:t>
            </a:fld>
            <a:endParaRPr lang="en-GB" dirty="0"/>
          </a:p>
        </p:txBody>
      </p:sp>
      <p:pic>
        <p:nvPicPr>
          <p:cNvPr id="5" name="Picture 4">
            <a:extLst>
              <a:ext uri="{FF2B5EF4-FFF2-40B4-BE49-F238E27FC236}">
                <a16:creationId xmlns:a16="http://schemas.microsoft.com/office/drawing/2014/main" id="{97A546D4-5A66-3AB8-D39C-0F78761A5FBC}"/>
              </a:ext>
            </a:extLst>
          </p:cNvPr>
          <p:cNvPicPr>
            <a:picLocks noChangeAspect="1"/>
          </p:cNvPicPr>
          <p:nvPr/>
        </p:nvPicPr>
        <p:blipFill>
          <a:blip r:embed="rId3"/>
          <a:stretch>
            <a:fillRect/>
          </a:stretch>
        </p:blipFill>
        <p:spPr>
          <a:xfrm>
            <a:off x="8356600" y="1697945"/>
            <a:ext cx="3251200" cy="3251200"/>
          </a:xfrm>
          <a:prstGeom prst="rect">
            <a:avLst/>
          </a:prstGeom>
        </p:spPr>
      </p:pic>
    </p:spTree>
    <p:extLst>
      <p:ext uri="{BB962C8B-B14F-4D97-AF65-F5344CB8AC3E}">
        <p14:creationId xmlns:p14="http://schemas.microsoft.com/office/powerpoint/2010/main" val="30882879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2AFAB-796D-0B99-4D2D-35A4893D4FEC}"/>
              </a:ext>
            </a:extLst>
          </p:cNvPr>
          <p:cNvSpPr>
            <a:spLocks noGrp="1"/>
          </p:cNvSpPr>
          <p:nvPr>
            <p:ph type="title"/>
          </p:nvPr>
        </p:nvSpPr>
        <p:spPr>
          <a:xfrm>
            <a:off x="838200" y="365125"/>
            <a:ext cx="10515600" cy="985373"/>
          </a:xfrm>
        </p:spPr>
        <p:txBody>
          <a:bodyPr vert="horz" lIns="91440" tIns="45720" rIns="91440" bIns="45720" rtlCol="0" anchor="ctr">
            <a:normAutofit/>
          </a:bodyPr>
          <a:lstStyle/>
          <a:p>
            <a:r>
              <a:rPr lang="en-IE" dirty="0">
                <a:latin typeface="Helvetica" pitchFamily="2" charset="0"/>
              </a:rPr>
              <a:t>Local vs Global</a:t>
            </a:r>
          </a:p>
        </p:txBody>
      </p:sp>
      <p:sp>
        <p:nvSpPr>
          <p:cNvPr id="3" name="Content Placeholder 2">
            <a:extLst>
              <a:ext uri="{FF2B5EF4-FFF2-40B4-BE49-F238E27FC236}">
                <a16:creationId xmlns:a16="http://schemas.microsoft.com/office/drawing/2014/main" id="{9D7F910F-C50A-C805-DEB9-B97BD60F964D}"/>
              </a:ext>
            </a:extLst>
          </p:cNvPr>
          <p:cNvSpPr>
            <a:spLocks noGrp="1"/>
          </p:cNvSpPr>
          <p:nvPr>
            <p:ph idx="1"/>
          </p:nvPr>
        </p:nvSpPr>
        <p:spPr>
          <a:xfrm>
            <a:off x="838200" y="1866053"/>
            <a:ext cx="7407729" cy="2424112"/>
          </a:xfrm>
        </p:spPr>
        <p:txBody>
          <a:bodyPr>
            <a:normAutofit/>
          </a:bodyPr>
          <a:lstStyle/>
          <a:p>
            <a:pPr>
              <a:lnSpc>
                <a:spcPct val="100000"/>
              </a:lnSpc>
            </a:pPr>
            <a:r>
              <a:rPr lang="en-IE" sz="2400" dirty="0"/>
              <a:t>Local interpretable methods use specific outcomes or predictions of the model to generate explanations.</a:t>
            </a:r>
          </a:p>
          <a:p>
            <a:pPr>
              <a:lnSpc>
                <a:spcPct val="100000"/>
              </a:lnSpc>
            </a:pPr>
            <a:r>
              <a:rPr lang="en-IE" sz="2400" dirty="0"/>
              <a:t>Global methods consider the overall behaviour of the model.</a:t>
            </a:r>
          </a:p>
        </p:txBody>
      </p:sp>
      <p:sp>
        <p:nvSpPr>
          <p:cNvPr id="4" name="Slide Number Placeholder 3">
            <a:extLst>
              <a:ext uri="{FF2B5EF4-FFF2-40B4-BE49-F238E27FC236}">
                <a16:creationId xmlns:a16="http://schemas.microsoft.com/office/drawing/2014/main" id="{572C783E-4990-6E63-401C-56FA8F582CBB}"/>
              </a:ext>
            </a:extLst>
          </p:cNvPr>
          <p:cNvSpPr>
            <a:spLocks noGrp="1"/>
          </p:cNvSpPr>
          <p:nvPr>
            <p:ph type="sldNum" sz="quarter" idx="12"/>
          </p:nvPr>
        </p:nvSpPr>
        <p:spPr/>
        <p:txBody>
          <a:bodyPr/>
          <a:lstStyle/>
          <a:p>
            <a:fld id="{1AE971F0-0CD2-4C47-8087-EBCE9716EA84}" type="slidenum">
              <a:rPr lang="en-GB" smtClean="0"/>
              <a:pPr/>
              <a:t>28</a:t>
            </a:fld>
            <a:endParaRPr lang="en-GB" dirty="0"/>
          </a:p>
        </p:txBody>
      </p:sp>
      <p:pic>
        <p:nvPicPr>
          <p:cNvPr id="5" name="Picture 4">
            <a:extLst>
              <a:ext uri="{FF2B5EF4-FFF2-40B4-BE49-F238E27FC236}">
                <a16:creationId xmlns:a16="http://schemas.microsoft.com/office/drawing/2014/main" id="{891CC604-CDF8-5A18-30C1-591A7D71AD92}"/>
              </a:ext>
            </a:extLst>
          </p:cNvPr>
          <p:cNvPicPr>
            <a:picLocks noChangeAspect="1"/>
          </p:cNvPicPr>
          <p:nvPr/>
        </p:nvPicPr>
        <p:blipFill>
          <a:blip r:embed="rId3"/>
          <a:stretch>
            <a:fillRect/>
          </a:stretch>
        </p:blipFill>
        <p:spPr>
          <a:xfrm>
            <a:off x="8610600" y="1350498"/>
            <a:ext cx="3251200" cy="3251200"/>
          </a:xfrm>
          <a:prstGeom prst="rect">
            <a:avLst/>
          </a:prstGeom>
        </p:spPr>
      </p:pic>
    </p:spTree>
    <p:extLst>
      <p:ext uri="{BB962C8B-B14F-4D97-AF65-F5344CB8AC3E}">
        <p14:creationId xmlns:p14="http://schemas.microsoft.com/office/powerpoint/2010/main" val="1219893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2AFAB-796D-0B99-4D2D-35A4893D4FEC}"/>
              </a:ext>
            </a:extLst>
          </p:cNvPr>
          <p:cNvSpPr>
            <a:spLocks noGrp="1"/>
          </p:cNvSpPr>
          <p:nvPr>
            <p:ph type="title"/>
          </p:nvPr>
        </p:nvSpPr>
        <p:spPr>
          <a:xfrm>
            <a:off x="838200" y="365125"/>
            <a:ext cx="10515600" cy="985373"/>
          </a:xfrm>
        </p:spPr>
        <p:txBody>
          <a:bodyPr vert="horz" lIns="91440" tIns="45720" rIns="91440" bIns="45720" rtlCol="0" anchor="ctr">
            <a:normAutofit/>
          </a:bodyPr>
          <a:lstStyle/>
          <a:p>
            <a:r>
              <a:rPr lang="en-IE" sz="4400" dirty="0"/>
              <a:t>Surrogate vs Visual Aid</a:t>
            </a:r>
            <a:endParaRPr lang="en-IE" dirty="0">
              <a:latin typeface="Helvetica" pitchFamily="2" charset="0"/>
            </a:endParaRPr>
          </a:p>
        </p:txBody>
      </p:sp>
      <p:sp>
        <p:nvSpPr>
          <p:cNvPr id="3" name="Content Placeholder 2">
            <a:extLst>
              <a:ext uri="{FF2B5EF4-FFF2-40B4-BE49-F238E27FC236}">
                <a16:creationId xmlns:a16="http://schemas.microsoft.com/office/drawing/2014/main" id="{9D7F910F-C50A-C805-DEB9-B97BD60F964D}"/>
              </a:ext>
            </a:extLst>
          </p:cNvPr>
          <p:cNvSpPr>
            <a:spLocks noGrp="1"/>
          </p:cNvSpPr>
          <p:nvPr>
            <p:ph idx="1"/>
          </p:nvPr>
        </p:nvSpPr>
        <p:spPr>
          <a:xfrm>
            <a:off x="720969" y="1768625"/>
            <a:ext cx="7614138" cy="2674422"/>
          </a:xfrm>
        </p:spPr>
        <p:txBody>
          <a:bodyPr>
            <a:normAutofit/>
          </a:bodyPr>
          <a:lstStyle/>
          <a:p>
            <a:pPr>
              <a:lnSpc>
                <a:spcPct val="110000"/>
              </a:lnSpc>
            </a:pPr>
            <a:r>
              <a:rPr lang="en-IE" sz="2400" dirty="0"/>
              <a:t>Surrogate models approximate the predictions of a black-box model for explanation purposes.</a:t>
            </a:r>
          </a:p>
          <a:p>
            <a:pPr>
              <a:lnSpc>
                <a:spcPct val="110000"/>
              </a:lnSpc>
            </a:pPr>
            <a:r>
              <a:rPr lang="en-IE" sz="2400" dirty="0"/>
              <a:t>Visual aids help present explanations more understandably, often using graphs, scatter plots, heatmaps, etc.</a:t>
            </a:r>
          </a:p>
        </p:txBody>
      </p:sp>
      <p:sp>
        <p:nvSpPr>
          <p:cNvPr id="4" name="Slide Number Placeholder 3">
            <a:extLst>
              <a:ext uri="{FF2B5EF4-FFF2-40B4-BE49-F238E27FC236}">
                <a16:creationId xmlns:a16="http://schemas.microsoft.com/office/drawing/2014/main" id="{0802284F-E5E6-D966-3BF3-07DAC0C152C6}"/>
              </a:ext>
            </a:extLst>
          </p:cNvPr>
          <p:cNvSpPr>
            <a:spLocks noGrp="1"/>
          </p:cNvSpPr>
          <p:nvPr>
            <p:ph type="sldNum" sz="quarter" idx="12"/>
          </p:nvPr>
        </p:nvSpPr>
        <p:spPr/>
        <p:txBody>
          <a:bodyPr/>
          <a:lstStyle/>
          <a:p>
            <a:fld id="{1AE971F0-0CD2-4C47-8087-EBCE9716EA84}" type="slidenum">
              <a:rPr lang="en-GB" smtClean="0"/>
              <a:pPr/>
              <a:t>29</a:t>
            </a:fld>
            <a:endParaRPr lang="en-GB" dirty="0"/>
          </a:p>
        </p:txBody>
      </p:sp>
      <p:pic>
        <p:nvPicPr>
          <p:cNvPr id="6" name="Picture 5">
            <a:extLst>
              <a:ext uri="{FF2B5EF4-FFF2-40B4-BE49-F238E27FC236}">
                <a16:creationId xmlns:a16="http://schemas.microsoft.com/office/drawing/2014/main" id="{ACDD3BCD-D687-31F4-EBBF-9ACC4AACD8DF}"/>
              </a:ext>
            </a:extLst>
          </p:cNvPr>
          <p:cNvPicPr>
            <a:picLocks noChangeAspect="1"/>
          </p:cNvPicPr>
          <p:nvPr/>
        </p:nvPicPr>
        <p:blipFill>
          <a:blip r:embed="rId3"/>
          <a:stretch>
            <a:fillRect/>
          </a:stretch>
        </p:blipFill>
        <p:spPr>
          <a:xfrm>
            <a:off x="8438521" y="1191847"/>
            <a:ext cx="3251200" cy="3251200"/>
          </a:xfrm>
          <a:prstGeom prst="rect">
            <a:avLst/>
          </a:prstGeom>
        </p:spPr>
      </p:pic>
    </p:spTree>
    <p:extLst>
      <p:ext uri="{BB962C8B-B14F-4D97-AF65-F5344CB8AC3E}">
        <p14:creationId xmlns:p14="http://schemas.microsoft.com/office/powerpoint/2010/main" val="3966292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2AFAB-796D-0B99-4D2D-35A4893D4FEC}"/>
              </a:ext>
            </a:extLst>
          </p:cNvPr>
          <p:cNvSpPr>
            <a:spLocks noGrp="1"/>
          </p:cNvSpPr>
          <p:nvPr>
            <p:ph type="title"/>
          </p:nvPr>
        </p:nvSpPr>
        <p:spPr>
          <a:xfrm>
            <a:off x="838200" y="365125"/>
            <a:ext cx="10515600" cy="985373"/>
          </a:xfrm>
        </p:spPr>
        <p:txBody>
          <a:bodyPr vert="horz" lIns="91440" tIns="45720" rIns="91440" bIns="45720" rtlCol="0" anchor="ctr">
            <a:normAutofit fontScale="90000"/>
          </a:bodyPr>
          <a:lstStyle/>
          <a:p>
            <a:r>
              <a:rPr lang="en-IE" sz="4400" dirty="0"/>
              <a:t>Pre-model, In-model vs Post-model Strategies</a:t>
            </a:r>
            <a:endParaRPr lang="en-IE" dirty="0">
              <a:latin typeface="Helvetica" pitchFamily="2" charset="0"/>
            </a:endParaRPr>
          </a:p>
        </p:txBody>
      </p:sp>
      <p:sp>
        <p:nvSpPr>
          <p:cNvPr id="3" name="Content Placeholder 2">
            <a:extLst>
              <a:ext uri="{FF2B5EF4-FFF2-40B4-BE49-F238E27FC236}">
                <a16:creationId xmlns:a16="http://schemas.microsoft.com/office/drawing/2014/main" id="{9D7F910F-C50A-C805-DEB9-B97BD60F964D}"/>
              </a:ext>
            </a:extLst>
          </p:cNvPr>
          <p:cNvSpPr>
            <a:spLocks noGrp="1"/>
          </p:cNvSpPr>
          <p:nvPr>
            <p:ph idx="1"/>
          </p:nvPr>
        </p:nvSpPr>
        <p:spPr>
          <a:xfrm>
            <a:off x="422031" y="1771310"/>
            <a:ext cx="8188569" cy="4003907"/>
          </a:xfrm>
        </p:spPr>
        <p:txBody>
          <a:bodyPr>
            <a:normAutofit/>
          </a:bodyPr>
          <a:lstStyle/>
          <a:p>
            <a:pPr marL="0" indent="0">
              <a:lnSpc>
                <a:spcPct val="100000"/>
              </a:lnSpc>
              <a:buNone/>
            </a:pPr>
            <a:r>
              <a:rPr lang="en-IE" sz="2000" dirty="0"/>
              <a:t>XAI can be applied throughout the model's developmental pipeline.</a:t>
            </a:r>
          </a:p>
          <a:p>
            <a:pPr lvl="1">
              <a:lnSpc>
                <a:spcPct val="100000"/>
              </a:lnSpc>
            </a:pPr>
            <a:r>
              <a:rPr lang="en-IE" sz="2000" b="1" dirty="0"/>
              <a:t>Pre-model</a:t>
            </a:r>
            <a:r>
              <a:rPr lang="en-IE" sz="2000" dirty="0"/>
              <a:t> explainability focuses on data summarisation before model development, dataset description, feature engineering, and exploratory data analysis.</a:t>
            </a:r>
          </a:p>
          <a:p>
            <a:pPr lvl="1">
              <a:lnSpc>
                <a:spcPct val="100000"/>
              </a:lnSpc>
            </a:pPr>
            <a:r>
              <a:rPr lang="en-IE" sz="2000" b="1" dirty="0"/>
              <a:t>In-model</a:t>
            </a:r>
            <a:r>
              <a:rPr lang="en-IE" sz="2000" dirty="0"/>
              <a:t> </a:t>
            </a:r>
            <a:r>
              <a:rPr lang="en-IE" sz="2000" dirty="0" err="1"/>
              <a:t>explainability</a:t>
            </a:r>
            <a:r>
              <a:rPr lang="en-IE" sz="2000" dirty="0"/>
              <a:t> aims to develop inherently explainable models or enhance black-box models with explanations. Approaches include hybrid models and joint prediction-explanation models.</a:t>
            </a:r>
          </a:p>
          <a:p>
            <a:pPr lvl="1">
              <a:lnSpc>
                <a:spcPct val="100000"/>
              </a:lnSpc>
            </a:pPr>
            <a:r>
              <a:rPr lang="en-IE" sz="2000" b="1" dirty="0"/>
              <a:t>Post-model</a:t>
            </a:r>
            <a:r>
              <a:rPr lang="en-IE" sz="2000" dirty="0"/>
              <a:t> </a:t>
            </a:r>
            <a:r>
              <a:rPr lang="en-IE" sz="2000" dirty="0" err="1"/>
              <a:t>explainability</a:t>
            </a:r>
            <a:r>
              <a:rPr lang="en-IE" sz="2000" dirty="0"/>
              <a:t> methods extract explanations for pre-developed models. These methods operate based on target, drivers, explanation family, and estimator characteristics.</a:t>
            </a:r>
          </a:p>
        </p:txBody>
      </p:sp>
      <p:sp>
        <p:nvSpPr>
          <p:cNvPr id="4" name="Slide Number Placeholder 3">
            <a:extLst>
              <a:ext uri="{FF2B5EF4-FFF2-40B4-BE49-F238E27FC236}">
                <a16:creationId xmlns:a16="http://schemas.microsoft.com/office/drawing/2014/main" id="{841940AE-2E9C-C767-2A25-8972A7BE3A79}"/>
              </a:ext>
            </a:extLst>
          </p:cNvPr>
          <p:cNvSpPr>
            <a:spLocks noGrp="1"/>
          </p:cNvSpPr>
          <p:nvPr>
            <p:ph type="sldNum" sz="quarter" idx="12"/>
          </p:nvPr>
        </p:nvSpPr>
        <p:spPr/>
        <p:txBody>
          <a:bodyPr/>
          <a:lstStyle/>
          <a:p>
            <a:fld id="{1AE971F0-0CD2-4C47-8087-EBCE9716EA84}" type="slidenum">
              <a:rPr lang="en-GB" smtClean="0"/>
              <a:pPr/>
              <a:t>30</a:t>
            </a:fld>
            <a:endParaRPr lang="en-GB" dirty="0"/>
          </a:p>
        </p:txBody>
      </p:sp>
      <p:pic>
        <p:nvPicPr>
          <p:cNvPr id="5" name="Picture 4">
            <a:extLst>
              <a:ext uri="{FF2B5EF4-FFF2-40B4-BE49-F238E27FC236}">
                <a16:creationId xmlns:a16="http://schemas.microsoft.com/office/drawing/2014/main" id="{EA9876C7-6212-79D7-150C-486F4331ED18}"/>
              </a:ext>
            </a:extLst>
          </p:cNvPr>
          <p:cNvPicPr>
            <a:picLocks noChangeAspect="1"/>
          </p:cNvPicPr>
          <p:nvPr/>
        </p:nvPicPr>
        <p:blipFill>
          <a:blip r:embed="rId3"/>
          <a:stretch>
            <a:fillRect/>
          </a:stretch>
        </p:blipFill>
        <p:spPr>
          <a:xfrm>
            <a:off x="9039329" y="2054825"/>
            <a:ext cx="2561772" cy="2561772"/>
          </a:xfrm>
          <a:prstGeom prst="rect">
            <a:avLst/>
          </a:prstGeom>
        </p:spPr>
      </p:pic>
    </p:spTree>
    <p:extLst>
      <p:ext uri="{BB962C8B-B14F-4D97-AF65-F5344CB8AC3E}">
        <p14:creationId xmlns:p14="http://schemas.microsoft.com/office/powerpoint/2010/main" val="3765171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C1F7E-5780-61DF-16E0-A58D432A3D3A}"/>
              </a:ext>
            </a:extLst>
          </p:cNvPr>
          <p:cNvSpPr>
            <a:spLocks noGrp="1"/>
          </p:cNvSpPr>
          <p:nvPr>
            <p:ph type="title"/>
          </p:nvPr>
        </p:nvSpPr>
        <p:spPr>
          <a:xfrm>
            <a:off x="662354" y="407474"/>
            <a:ext cx="10515600" cy="983029"/>
          </a:xfrm>
        </p:spPr>
        <p:txBody>
          <a:bodyPr/>
          <a:lstStyle/>
          <a:p>
            <a:r>
              <a:rPr lang="en-IE" dirty="0"/>
              <a:t>References</a:t>
            </a:r>
          </a:p>
        </p:txBody>
      </p:sp>
      <p:sp>
        <p:nvSpPr>
          <p:cNvPr id="3" name="Content Placeholder 2">
            <a:extLst>
              <a:ext uri="{FF2B5EF4-FFF2-40B4-BE49-F238E27FC236}">
                <a16:creationId xmlns:a16="http://schemas.microsoft.com/office/drawing/2014/main" id="{B2149928-7B61-C0B2-E461-03540AD9C1AB}"/>
              </a:ext>
            </a:extLst>
          </p:cNvPr>
          <p:cNvSpPr>
            <a:spLocks noGrp="1"/>
          </p:cNvSpPr>
          <p:nvPr>
            <p:ph idx="1"/>
          </p:nvPr>
        </p:nvSpPr>
        <p:spPr>
          <a:xfrm>
            <a:off x="662354" y="1467950"/>
            <a:ext cx="10515600" cy="4351338"/>
          </a:xfrm>
        </p:spPr>
        <p:txBody>
          <a:bodyPr>
            <a:normAutofit fontScale="55000" lnSpcReduction="20000"/>
          </a:bodyPr>
          <a:lstStyle/>
          <a:p>
            <a:r>
              <a:rPr lang="en-IE" b="0" i="0" dirty="0">
                <a:solidFill>
                  <a:srgbClr val="222222"/>
                </a:solidFill>
                <a:effectLst/>
                <a:latin typeface="Arial" panose="020B0604020202020204" pitchFamily="34" charset="0"/>
              </a:rPr>
              <a:t>Wang, S., Qureshi, M. A., </a:t>
            </a:r>
            <a:r>
              <a:rPr lang="en-IE" b="0" i="0" dirty="0" err="1">
                <a:solidFill>
                  <a:srgbClr val="222222"/>
                </a:solidFill>
                <a:effectLst/>
                <a:latin typeface="Arial" panose="020B0604020202020204" pitchFamily="34" charset="0"/>
              </a:rPr>
              <a:t>Miralles-Pechuán</a:t>
            </a:r>
            <a:r>
              <a:rPr lang="en-IE" b="0" i="0" dirty="0">
                <a:solidFill>
                  <a:srgbClr val="222222"/>
                </a:solidFill>
                <a:effectLst/>
                <a:latin typeface="Arial" panose="020B0604020202020204" pitchFamily="34" charset="0"/>
              </a:rPr>
              <a:t>, L., Huynh-The, T., </a:t>
            </a:r>
            <a:r>
              <a:rPr lang="en-IE" b="0" i="0" dirty="0" err="1">
                <a:solidFill>
                  <a:srgbClr val="222222"/>
                </a:solidFill>
                <a:effectLst/>
                <a:latin typeface="Arial" panose="020B0604020202020204" pitchFamily="34" charset="0"/>
              </a:rPr>
              <a:t>Gadekallu</a:t>
            </a:r>
            <a:r>
              <a:rPr lang="en-IE" b="0" i="0" dirty="0">
                <a:solidFill>
                  <a:srgbClr val="222222"/>
                </a:solidFill>
                <a:effectLst/>
                <a:latin typeface="Arial" panose="020B0604020202020204" pitchFamily="34" charset="0"/>
              </a:rPr>
              <a:t>, T. R., &amp; Liyanage, M. (2021). Applications of Explainable AI for 6G: Technical Aspects, Use Cases, and Research Challenges. </a:t>
            </a:r>
            <a:r>
              <a:rPr lang="en-IE" b="0" i="1" dirty="0" err="1">
                <a:solidFill>
                  <a:srgbClr val="222222"/>
                </a:solidFill>
                <a:effectLst/>
                <a:latin typeface="Arial" panose="020B0604020202020204" pitchFamily="34" charset="0"/>
              </a:rPr>
              <a:t>arXiv</a:t>
            </a:r>
            <a:r>
              <a:rPr lang="en-IE" b="0" i="1" dirty="0">
                <a:solidFill>
                  <a:srgbClr val="222222"/>
                </a:solidFill>
                <a:effectLst/>
                <a:latin typeface="Arial" panose="020B0604020202020204" pitchFamily="34" charset="0"/>
              </a:rPr>
              <a:t> preprint arXiv:2112.04698</a:t>
            </a:r>
            <a:r>
              <a:rPr lang="en-IE" b="0" i="0" dirty="0">
                <a:solidFill>
                  <a:srgbClr val="222222"/>
                </a:solidFill>
                <a:effectLst/>
                <a:latin typeface="Arial" panose="020B0604020202020204" pitchFamily="34" charset="0"/>
              </a:rPr>
              <a:t>.</a:t>
            </a:r>
          </a:p>
          <a:p>
            <a:r>
              <a:rPr lang="en-IE" dirty="0" err="1">
                <a:solidFill>
                  <a:srgbClr val="222222"/>
                </a:solidFill>
                <a:latin typeface="Arial" panose="020B0604020202020204" pitchFamily="34" charset="0"/>
              </a:rPr>
              <a:t>Flaticon.com</a:t>
            </a:r>
            <a:endParaRPr lang="en-IE" dirty="0">
              <a:solidFill>
                <a:srgbClr val="222222"/>
              </a:solidFill>
              <a:latin typeface="Arial" panose="020B0604020202020204" pitchFamily="34" charset="0"/>
            </a:endParaRPr>
          </a:p>
          <a:p>
            <a:r>
              <a:rPr lang="en-IE" b="0" i="0" dirty="0">
                <a:solidFill>
                  <a:srgbClr val="222222"/>
                </a:solidFill>
                <a:effectLst/>
                <a:latin typeface="Arial" panose="020B0604020202020204" pitchFamily="34" charset="0"/>
              </a:rPr>
              <a:t>Ribeiro, Marco Tulio, Sameer Singh, and Carlos </a:t>
            </a:r>
            <a:r>
              <a:rPr lang="en-IE" b="0" i="0" dirty="0" err="1">
                <a:solidFill>
                  <a:srgbClr val="222222"/>
                </a:solidFill>
                <a:effectLst/>
                <a:latin typeface="Arial" panose="020B0604020202020204" pitchFamily="34" charset="0"/>
              </a:rPr>
              <a:t>Guestrin</a:t>
            </a:r>
            <a:r>
              <a:rPr lang="en-IE" b="0" i="0" dirty="0">
                <a:solidFill>
                  <a:srgbClr val="222222"/>
                </a:solidFill>
                <a:effectLst/>
                <a:latin typeface="Arial" panose="020B0604020202020204" pitchFamily="34" charset="0"/>
              </a:rPr>
              <a:t>. </a:t>
            </a:r>
            <a:r>
              <a:rPr lang="en-IE" b="0" i="1" dirty="0">
                <a:solidFill>
                  <a:srgbClr val="222222"/>
                </a:solidFill>
                <a:effectLst/>
                <a:latin typeface="Arial" panose="020B0604020202020204" pitchFamily="34" charset="0"/>
              </a:rPr>
              <a:t>"Why should I trust you?" Explaining the predictions of any classifier."</a:t>
            </a:r>
            <a:r>
              <a:rPr lang="en-IE" b="0" i="0" dirty="0">
                <a:solidFill>
                  <a:srgbClr val="222222"/>
                </a:solidFill>
                <a:effectLst/>
                <a:latin typeface="Arial" panose="020B0604020202020204" pitchFamily="34" charset="0"/>
              </a:rPr>
              <a:t> </a:t>
            </a:r>
            <a:r>
              <a:rPr lang="en-IE" b="0" i="1" dirty="0">
                <a:solidFill>
                  <a:srgbClr val="222222"/>
                </a:solidFill>
                <a:effectLst/>
                <a:latin typeface="Arial" panose="020B0604020202020204" pitchFamily="34" charset="0"/>
              </a:rPr>
              <a:t>Proceedings of the 22nd ACM SIGKDD international conference on knowledge discovery and data mining</a:t>
            </a:r>
            <a:r>
              <a:rPr lang="en-IE" b="0" i="0" dirty="0">
                <a:solidFill>
                  <a:srgbClr val="222222"/>
                </a:solidFill>
                <a:effectLst/>
                <a:latin typeface="Arial" panose="020B0604020202020204" pitchFamily="34" charset="0"/>
              </a:rPr>
              <a:t>. 2016.</a:t>
            </a:r>
          </a:p>
          <a:p>
            <a:r>
              <a:rPr lang="en-IE" b="0" i="0" dirty="0">
                <a:solidFill>
                  <a:srgbClr val="222222"/>
                </a:solidFill>
                <a:effectLst/>
                <a:latin typeface="Arial" panose="020B0604020202020204" pitchFamily="34" charset="0"/>
              </a:rPr>
              <a:t>Lundberg, Scott M., and </a:t>
            </a:r>
            <a:r>
              <a:rPr lang="en-IE" b="0" i="0" dirty="0" err="1">
                <a:solidFill>
                  <a:srgbClr val="222222"/>
                </a:solidFill>
                <a:effectLst/>
                <a:latin typeface="Arial" panose="020B0604020202020204" pitchFamily="34" charset="0"/>
              </a:rPr>
              <a:t>Su</a:t>
            </a:r>
            <a:r>
              <a:rPr lang="en-IE" b="0" i="0" dirty="0">
                <a:solidFill>
                  <a:srgbClr val="222222"/>
                </a:solidFill>
                <a:effectLst/>
                <a:latin typeface="Arial" panose="020B0604020202020204" pitchFamily="34" charset="0"/>
              </a:rPr>
              <a:t>-In Lee. </a:t>
            </a:r>
            <a:r>
              <a:rPr lang="en-IE" b="0" i="1" dirty="0">
                <a:solidFill>
                  <a:srgbClr val="222222"/>
                </a:solidFill>
                <a:effectLst/>
                <a:latin typeface="Arial" panose="020B0604020202020204" pitchFamily="34" charset="0"/>
              </a:rPr>
              <a:t>"A unified approach to interpreting model predictions." Advances in neural information processing systems</a:t>
            </a:r>
            <a:r>
              <a:rPr lang="en-IE" b="0" i="0" dirty="0">
                <a:solidFill>
                  <a:srgbClr val="222222"/>
                </a:solidFill>
                <a:effectLst/>
                <a:latin typeface="Arial" panose="020B0604020202020204" pitchFamily="34" charset="0"/>
              </a:rPr>
              <a:t> 30 (2017).</a:t>
            </a:r>
          </a:p>
          <a:p>
            <a:r>
              <a:rPr lang="en-IE" b="0" i="0" dirty="0" err="1">
                <a:solidFill>
                  <a:srgbClr val="222222"/>
                </a:solidFill>
                <a:effectLst/>
                <a:latin typeface="Arial" panose="020B0604020202020204" pitchFamily="34" charset="0"/>
              </a:rPr>
              <a:t>Montavon</a:t>
            </a:r>
            <a:r>
              <a:rPr lang="en-IE" b="0" i="0" dirty="0">
                <a:solidFill>
                  <a:srgbClr val="222222"/>
                </a:solidFill>
                <a:effectLst/>
                <a:latin typeface="Arial" panose="020B0604020202020204" pitchFamily="34" charset="0"/>
              </a:rPr>
              <a:t>, Grégoire, et al</a:t>
            </a:r>
            <a:r>
              <a:rPr lang="en-IE" b="0" i="1" dirty="0">
                <a:solidFill>
                  <a:srgbClr val="222222"/>
                </a:solidFill>
                <a:effectLst/>
                <a:latin typeface="Arial" panose="020B0604020202020204" pitchFamily="34" charset="0"/>
              </a:rPr>
              <a:t>. "Layer-wise relevance propagation: an overview." Explainable AI: interpreting, explaining and visualising deep learning</a:t>
            </a:r>
            <a:r>
              <a:rPr lang="en-IE" b="0" i="0" dirty="0">
                <a:solidFill>
                  <a:srgbClr val="222222"/>
                </a:solidFill>
                <a:effectLst/>
                <a:latin typeface="Arial" panose="020B0604020202020204" pitchFamily="34" charset="0"/>
              </a:rPr>
              <a:t> (2019): 193-209.</a:t>
            </a:r>
          </a:p>
          <a:p>
            <a:r>
              <a:rPr lang="en-IE" sz="2800" b="0" i="0" dirty="0">
                <a:solidFill>
                  <a:srgbClr val="222222"/>
                </a:solidFill>
                <a:effectLst/>
                <a:latin typeface="Arial" panose="020B0604020202020204" pitchFamily="34" charset="0"/>
              </a:rPr>
              <a:t>Yang, G., Ye, Q., &amp; Xia, J. (2022). Unbox the black box for the medical explainable AI via multi-modal and multi-centre data fusion: A mini-review, two showcases and beyond. </a:t>
            </a:r>
            <a:r>
              <a:rPr lang="en-IE" sz="2800" b="0" i="1" dirty="0">
                <a:solidFill>
                  <a:srgbClr val="222222"/>
                </a:solidFill>
                <a:effectLst/>
                <a:latin typeface="Arial" panose="020B0604020202020204" pitchFamily="34" charset="0"/>
              </a:rPr>
              <a:t>Information Fusion</a:t>
            </a:r>
            <a:r>
              <a:rPr lang="en-IE" sz="2800" b="0" i="0" dirty="0">
                <a:solidFill>
                  <a:srgbClr val="222222"/>
                </a:solidFill>
                <a:effectLst/>
                <a:latin typeface="Arial" panose="020B0604020202020204" pitchFamily="34" charset="0"/>
              </a:rPr>
              <a:t>, </a:t>
            </a:r>
            <a:r>
              <a:rPr lang="en-IE" sz="2800" b="0" i="1" dirty="0">
                <a:solidFill>
                  <a:srgbClr val="222222"/>
                </a:solidFill>
                <a:effectLst/>
                <a:latin typeface="Arial" panose="020B0604020202020204" pitchFamily="34" charset="0"/>
              </a:rPr>
              <a:t>77</a:t>
            </a:r>
            <a:r>
              <a:rPr lang="en-IE" sz="2800" b="0" i="0" dirty="0">
                <a:solidFill>
                  <a:srgbClr val="222222"/>
                </a:solidFill>
                <a:effectLst/>
                <a:latin typeface="Arial" panose="020B0604020202020204" pitchFamily="34" charset="0"/>
              </a:rPr>
              <a:t>, 29-52.</a:t>
            </a:r>
            <a:endParaRPr lang="en-IE" b="0" i="0" dirty="0">
              <a:solidFill>
                <a:srgbClr val="222222"/>
              </a:solidFill>
              <a:effectLst/>
              <a:latin typeface="Arial" panose="020B0604020202020204" pitchFamily="34" charset="0"/>
            </a:endParaRPr>
          </a:p>
          <a:p>
            <a:endParaRPr lang="en-IE" dirty="0"/>
          </a:p>
        </p:txBody>
      </p:sp>
      <p:sp>
        <p:nvSpPr>
          <p:cNvPr id="4" name="Slide Number Placeholder 3">
            <a:extLst>
              <a:ext uri="{FF2B5EF4-FFF2-40B4-BE49-F238E27FC236}">
                <a16:creationId xmlns:a16="http://schemas.microsoft.com/office/drawing/2014/main" id="{AD8F4F5C-8471-93E0-CE2F-64A641C3723C}"/>
              </a:ext>
            </a:extLst>
          </p:cNvPr>
          <p:cNvSpPr>
            <a:spLocks noGrp="1"/>
          </p:cNvSpPr>
          <p:nvPr>
            <p:ph type="sldNum" sz="quarter" idx="12"/>
          </p:nvPr>
        </p:nvSpPr>
        <p:spPr/>
        <p:txBody>
          <a:bodyPr/>
          <a:lstStyle/>
          <a:p>
            <a:fld id="{1AE971F0-0CD2-4C47-8087-EBCE9716EA84}" type="slidenum">
              <a:rPr lang="en-GB" smtClean="0"/>
              <a:pPr/>
              <a:t>31</a:t>
            </a:fld>
            <a:endParaRPr lang="en-GB" dirty="0"/>
          </a:p>
        </p:txBody>
      </p:sp>
    </p:spTree>
    <p:extLst>
      <p:ext uri="{BB962C8B-B14F-4D97-AF65-F5344CB8AC3E}">
        <p14:creationId xmlns:p14="http://schemas.microsoft.com/office/powerpoint/2010/main" val="2854302060"/>
      </p:ext>
    </p:extLst>
  </p:cSld>
  <p:clrMapOvr>
    <a:masterClrMapping/>
  </p:clrMapOvr>
</p:sld>
</file>

<file path=ppt/theme/theme1.xml><?xml version="1.0" encoding="utf-8"?>
<a:theme xmlns:a="http://schemas.openxmlformats.org/drawingml/2006/main" name="Office Theme">
  <a:themeElements>
    <a:clrScheme name="TU D SoC">
      <a:dk1>
        <a:sysClr val="windowText" lastClr="000000"/>
      </a:dk1>
      <a:lt1>
        <a:srgbClr val="FAFBFD"/>
      </a:lt1>
      <a:dk2>
        <a:srgbClr val="004C6C"/>
      </a:dk2>
      <a:lt2>
        <a:srgbClr val="FAFBFD"/>
      </a:lt2>
      <a:accent1>
        <a:srgbClr val="00A9B7"/>
      </a:accent1>
      <a:accent2>
        <a:srgbClr val="EB5793"/>
      </a:accent2>
      <a:accent3>
        <a:srgbClr val="B60057"/>
      </a:accent3>
      <a:accent4>
        <a:srgbClr val="CFC600"/>
      </a:accent4>
      <a:accent5>
        <a:srgbClr val="F49D6C"/>
      </a:accent5>
      <a:accent6>
        <a:srgbClr val="E94A41"/>
      </a:accent6>
      <a:hlink>
        <a:srgbClr val="6359A6"/>
      </a:hlink>
      <a:folHlink>
        <a:srgbClr val="837EBA"/>
      </a:folHlink>
    </a:clrScheme>
    <a:fontScheme name="Custom 3">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ssibleTemplate.potx" id="{19A76EF7-685B-4DD9-AEC2-DD2E690A5E16}" vid="{F9D02FCD-DE17-4A7B-9E71-714D7E1CC4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0F374BB96A3DE46B150CC6A9F517AE9" ma:contentTypeVersion="16" ma:contentTypeDescription="Create a new document." ma:contentTypeScope="" ma:versionID="58eb6e56134c165672897323c007ba07">
  <xsd:schema xmlns:xsd="http://www.w3.org/2001/XMLSchema" xmlns:xs="http://www.w3.org/2001/XMLSchema" xmlns:p="http://schemas.microsoft.com/office/2006/metadata/properties" xmlns:ns2="5fa573f1-0388-4933-b06f-1f1a0fb87c89" xmlns:ns3="7fe8872b-6cbd-4bc2-a1b1-93bd9d636a9c" targetNamespace="http://schemas.microsoft.com/office/2006/metadata/properties" ma:root="true" ma:fieldsID="1fc4ccf92a7e5d2a6ae2d68f2fa9ab8a" ns2:_="" ns3:_="">
    <xsd:import namespace="5fa573f1-0388-4933-b06f-1f1a0fb87c89"/>
    <xsd:import namespace="7fe8872b-6cbd-4bc2-a1b1-93bd9d636a9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2:MediaServiceLocation" minOccurs="0"/>
                <xsd:element ref="ns2:MediaServiceOCR"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a573f1-0388-4933-b06f-1f1a0fb87c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Length (seconds)"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b168bf0-f213-4887-af2e-cac682fa2405"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7fe8872b-6cbd-4bc2-a1b1-93bd9d636a9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b5aa41c-e4fb-41a8-90d6-833c8917b781}" ma:internalName="TaxCatchAll" ma:showField="CatchAllData" ma:web="7fe8872b-6cbd-4bc2-a1b1-93bd9d636a9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fe8872b-6cbd-4bc2-a1b1-93bd9d636a9c" xsi:nil="true"/>
    <lcf76f155ced4ddcb4097134ff3c332f xmlns="5fa573f1-0388-4933-b06f-1f1a0fb87c89">
      <Terms xmlns="http://schemas.microsoft.com/office/infopath/2007/PartnerControls"/>
    </lcf76f155ced4ddcb4097134ff3c332f>
    <SharedWithUsers xmlns="7fe8872b-6cbd-4bc2-a1b1-93bd9d636a9c">
      <UserInfo>
        <DisplayName>School of Computer Science-Staff-City Members</DisplayName>
        <AccountId>138</AccountId>
        <AccountType/>
      </UserInfo>
    </SharedWithUsers>
  </documentManagement>
</p:properties>
</file>

<file path=customXml/itemProps1.xml><?xml version="1.0" encoding="utf-8"?>
<ds:datastoreItem xmlns:ds="http://schemas.openxmlformats.org/officeDocument/2006/customXml" ds:itemID="{7AA7A6EA-8ED6-49B7-80BA-80AB3E7256ED}">
  <ds:schemaRefs>
    <ds:schemaRef ds:uri="5fa573f1-0388-4933-b06f-1f1a0fb87c89"/>
    <ds:schemaRef ds:uri="7fe8872b-6cbd-4bc2-a1b1-93bd9d636a9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0260636-9BC8-41CD-BA34-5B1D5FA4CFBA}">
  <ds:schemaRefs>
    <ds:schemaRef ds:uri="http://schemas.microsoft.com/sharepoint/v3/contenttype/forms"/>
  </ds:schemaRefs>
</ds:datastoreItem>
</file>

<file path=customXml/itemProps3.xml><?xml version="1.0" encoding="utf-8"?>
<ds:datastoreItem xmlns:ds="http://schemas.openxmlformats.org/officeDocument/2006/customXml" ds:itemID="{4E0FDB3D-FF19-4870-A552-A7FC0B3873D1}">
  <ds:schemaRefs>
    <ds:schemaRef ds:uri="http://schemas.microsoft.com/office/2006/metadata/properties"/>
    <ds:schemaRef ds:uri="http://schemas.microsoft.com/office/infopath/2007/PartnerControls"/>
    <ds:schemaRef ds:uri="5fa573f1-0388-4933-b06f-1f1a0fb87c89"/>
    <ds:schemaRef ds:uri="http://schemas.openxmlformats.org/package/2006/metadata/core-properties"/>
    <ds:schemaRef ds:uri="http://purl.org/dc/terms/"/>
    <ds:schemaRef ds:uri="http://purl.org/dc/elements/1.1/"/>
    <ds:schemaRef ds:uri="http://schemas.microsoft.com/office/2006/documentManagement/types"/>
    <ds:schemaRef ds:uri="7fe8872b-6cbd-4bc2-a1b1-93bd9d636a9c"/>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1043</TotalTime>
  <Words>1886</Words>
  <Application>Microsoft Macintosh PowerPoint</Application>
  <PresentationFormat>Widescreen</PresentationFormat>
  <Paragraphs>184</Paragraphs>
  <Slides>31</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Helvetica</vt:lpstr>
      <vt:lpstr>NimbusRomNo9L</vt:lpstr>
      <vt:lpstr>Söhne</vt:lpstr>
      <vt:lpstr>Office Theme</vt:lpstr>
      <vt:lpstr>Explainability and Interpretability</vt:lpstr>
      <vt:lpstr>Lesson Outline</vt:lpstr>
      <vt:lpstr>Summary of lecture</vt:lpstr>
      <vt:lpstr>Section 1 – Concepts in Explainability</vt:lpstr>
      <vt:lpstr>Concept of interpretability</vt:lpstr>
      <vt:lpstr>Explainability</vt:lpstr>
      <vt:lpstr>The difference between Explainability and Interpretability</vt:lpstr>
      <vt:lpstr>Comparing performance with explainability</vt:lpstr>
      <vt:lpstr>Introducing the different concepts</vt:lpstr>
      <vt:lpstr>Accountability</vt:lpstr>
      <vt:lpstr>Trustworthiness</vt:lpstr>
      <vt:lpstr>Causality</vt:lpstr>
      <vt:lpstr>Difference between correlation and cause-effect</vt:lpstr>
      <vt:lpstr>Confidence</vt:lpstr>
      <vt:lpstr>Fairness and ethical decision</vt:lpstr>
      <vt:lpstr>Short definitions</vt:lpstr>
      <vt:lpstr>Section 2 – Examples of Explainability methods</vt:lpstr>
      <vt:lpstr>LIME (Local interpretable model-agnostic explanations)</vt:lpstr>
      <vt:lpstr>Interpreting LIME models</vt:lpstr>
      <vt:lpstr>SHapley Additive exPlanation (SHAP)</vt:lpstr>
      <vt:lpstr>PowerPoint Presentation</vt:lpstr>
      <vt:lpstr>How do we interpret this plot?</vt:lpstr>
      <vt:lpstr>SHAP for explaining the Iris dataset</vt:lpstr>
      <vt:lpstr>Layerwise Relevance Propagation (LRP)</vt:lpstr>
      <vt:lpstr>LRP for Images</vt:lpstr>
      <vt:lpstr>Section 3 – ML Explainable Approaches</vt:lpstr>
      <vt:lpstr>Model-Agnostic vs Model-Specific</vt:lpstr>
      <vt:lpstr>Local vs Global</vt:lpstr>
      <vt:lpstr>Surrogate vs Visual Aid</vt:lpstr>
      <vt:lpstr>Pre-model, In-model vs Post-model Strategies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Explainability</dc:title>
  <dc:creator>Luis Miralles</dc:creator>
  <cp:lastModifiedBy>Luis Miralles</cp:lastModifiedBy>
  <cp:revision>1</cp:revision>
  <dcterms:created xsi:type="dcterms:W3CDTF">2023-10-15T08:45:14Z</dcterms:created>
  <dcterms:modified xsi:type="dcterms:W3CDTF">2024-12-02T17:28:25Z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0x01010060F374BB96A3DE46B150CC6A9F517AE9</vt:lpwstr>
  </property>
  <property fmtid="{D5CDD505-2E9C-101B-9397-08002B2CF9AE}" pid="3" name="MediaServiceImageTags">
    <vt:lpwstr/>
  </property>
</Properties>
</file>