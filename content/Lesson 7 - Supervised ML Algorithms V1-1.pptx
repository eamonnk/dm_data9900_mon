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97" r:id="rId5"/>
    <p:sldId id="322" r:id="rId6"/>
    <p:sldId id="298" r:id="rId7"/>
    <p:sldId id="299" r:id="rId8"/>
    <p:sldId id="300" r:id="rId9"/>
    <p:sldId id="301" r:id="rId10"/>
    <p:sldId id="302" r:id="rId11"/>
    <p:sldId id="263" r:id="rId12"/>
    <p:sldId id="303" r:id="rId13"/>
    <p:sldId id="264" r:id="rId14"/>
    <p:sldId id="304" r:id="rId15"/>
    <p:sldId id="305" r:id="rId16"/>
    <p:sldId id="306" r:id="rId17"/>
    <p:sldId id="274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283" r:id="rId26"/>
    <p:sldId id="314" r:id="rId27"/>
    <p:sldId id="315" r:id="rId28"/>
    <p:sldId id="316" r:id="rId29"/>
    <p:sldId id="902" r:id="rId30"/>
    <p:sldId id="905" r:id="rId31"/>
    <p:sldId id="906" r:id="rId32"/>
    <p:sldId id="907" r:id="rId33"/>
    <p:sldId id="323" r:id="rId34"/>
    <p:sldId id="317" r:id="rId35"/>
    <p:sldId id="292" r:id="rId36"/>
    <p:sldId id="294" r:id="rId37"/>
    <p:sldId id="908" r:id="rId38"/>
    <p:sldId id="318" r:id="rId39"/>
    <p:sldId id="319" r:id="rId40"/>
    <p:sldId id="295" r:id="rId41"/>
    <p:sldId id="320" r:id="rId42"/>
    <p:sldId id="32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C"/>
    <a:srgbClr val="00A9B7"/>
    <a:srgbClr val="00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96301" autoAdjust="0"/>
  </p:normalViewPr>
  <p:slideViewPr>
    <p:cSldViewPr snapToGrid="0">
      <p:cViewPr varScale="1">
        <p:scale>
          <a:sx n="108" d="100"/>
          <a:sy n="108" d="100"/>
        </p:scale>
        <p:origin x="224" y="496"/>
      </p:cViewPr>
      <p:guideLst/>
    </p:cSldViewPr>
  </p:slideViewPr>
  <p:outlineViewPr>
    <p:cViewPr>
      <p:scale>
        <a:sx n="33" d="100"/>
        <a:sy n="33" d="100"/>
      </p:scale>
      <p:origin x="0" y="-452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Miralles" userId="699e2c5a-5018-4326-8814-50a037852b20" providerId="ADAL" clId="{FD38B7CC-5D50-3E4A-9A88-9937CA009441}"/>
    <pc:docChg chg="undo custSel addSld delSld modSld sldOrd">
      <pc:chgData name="Luis Miralles" userId="699e2c5a-5018-4326-8814-50a037852b20" providerId="ADAL" clId="{FD38B7CC-5D50-3E4A-9A88-9937CA009441}" dt="2024-11-07T12:11:29.583" v="437" actId="207"/>
      <pc:docMkLst>
        <pc:docMk/>
      </pc:docMkLst>
      <pc:sldChg chg="modSp mod">
        <pc:chgData name="Luis Miralles" userId="699e2c5a-5018-4326-8814-50a037852b20" providerId="ADAL" clId="{FD38B7CC-5D50-3E4A-9A88-9937CA009441}" dt="2024-10-23T10:14:39.304" v="73" actId="368"/>
        <pc:sldMkLst>
          <pc:docMk/>
          <pc:sldMk cId="202473892" sldId="263"/>
        </pc:sldMkLst>
        <pc:spChg chg="mod">
          <ac:chgData name="Luis Miralles" userId="699e2c5a-5018-4326-8814-50a037852b20" providerId="ADAL" clId="{FD38B7CC-5D50-3E4A-9A88-9937CA009441}" dt="2024-10-23T10:14:39.304" v="73" actId="368"/>
          <ac:spMkLst>
            <pc:docMk/>
            <pc:sldMk cId="202473892" sldId="263"/>
            <ac:spMk id="2" creationId="{E28299D1-3BC6-F94B-6478-DAB3D38AF126}"/>
          </ac:spMkLst>
        </pc:spChg>
      </pc:sldChg>
      <pc:sldChg chg="modSp mod">
        <pc:chgData name="Luis Miralles" userId="699e2c5a-5018-4326-8814-50a037852b20" providerId="ADAL" clId="{FD38B7CC-5D50-3E4A-9A88-9937CA009441}" dt="2024-10-23T10:14:49.574" v="77" actId="1076"/>
        <pc:sldMkLst>
          <pc:docMk/>
          <pc:sldMk cId="1170915071" sldId="264"/>
        </pc:sldMkLst>
        <pc:spChg chg="mod">
          <ac:chgData name="Luis Miralles" userId="699e2c5a-5018-4326-8814-50a037852b20" providerId="ADAL" clId="{FD38B7CC-5D50-3E4A-9A88-9937CA009441}" dt="2024-10-23T10:14:49.574" v="77" actId="1076"/>
          <ac:spMkLst>
            <pc:docMk/>
            <pc:sldMk cId="1170915071" sldId="264"/>
            <ac:spMk id="2" creationId="{E28299D1-3BC6-F94B-6478-DAB3D38AF126}"/>
          </ac:spMkLst>
        </pc:spChg>
      </pc:sldChg>
      <pc:sldChg chg="addSp modSp mod">
        <pc:chgData name="Luis Miralles" userId="699e2c5a-5018-4326-8814-50a037852b20" providerId="ADAL" clId="{FD38B7CC-5D50-3E4A-9A88-9937CA009441}" dt="2024-10-24T12:26:12.114" v="406" actId="14100"/>
        <pc:sldMkLst>
          <pc:docMk/>
          <pc:sldMk cId="2720294092" sldId="274"/>
        </pc:sldMkLst>
        <pc:spChg chg="mod">
          <ac:chgData name="Luis Miralles" userId="699e2c5a-5018-4326-8814-50a037852b20" providerId="ADAL" clId="{FD38B7CC-5D50-3E4A-9A88-9937CA009441}" dt="2024-10-24T10:25:11.015" v="320" actId="14100"/>
          <ac:spMkLst>
            <pc:docMk/>
            <pc:sldMk cId="2720294092" sldId="274"/>
            <ac:spMk id="2" creationId="{E28299D1-3BC6-F94B-6478-DAB3D38AF126}"/>
          </ac:spMkLst>
        </pc:spChg>
        <pc:spChg chg="mod">
          <ac:chgData name="Luis Miralles" userId="699e2c5a-5018-4326-8814-50a037852b20" providerId="ADAL" clId="{FD38B7CC-5D50-3E4A-9A88-9937CA009441}" dt="2024-10-24T10:24:52.559" v="301" actId="1076"/>
          <ac:spMkLst>
            <pc:docMk/>
            <pc:sldMk cId="2720294092" sldId="274"/>
            <ac:spMk id="11" creationId="{39A60DEA-E83C-53CE-1C2F-F8828F36F317}"/>
          </ac:spMkLst>
        </pc:spChg>
        <pc:spChg chg="add mod">
          <ac:chgData name="Luis Miralles" userId="699e2c5a-5018-4326-8814-50a037852b20" providerId="ADAL" clId="{FD38B7CC-5D50-3E4A-9A88-9937CA009441}" dt="2024-10-24T10:25:06.225" v="319" actId="20577"/>
          <ac:spMkLst>
            <pc:docMk/>
            <pc:sldMk cId="2720294092" sldId="274"/>
            <ac:spMk id="26" creationId="{5B1CE1FE-BBAD-29EA-8CFA-3DF42491D6CA}"/>
          </ac:spMkLst>
        </pc:spChg>
        <pc:cxnChg chg="add mod">
          <ac:chgData name="Luis Miralles" userId="699e2c5a-5018-4326-8814-50a037852b20" providerId="ADAL" clId="{FD38B7CC-5D50-3E4A-9A88-9937CA009441}" dt="2024-10-24T10:25:00.583" v="303" actId="1076"/>
          <ac:cxnSpMkLst>
            <pc:docMk/>
            <pc:sldMk cId="2720294092" sldId="274"/>
            <ac:cxnSpMk id="14" creationId="{70856151-AC59-6B49-3B65-F07D18AFB98A}"/>
          </ac:cxnSpMkLst>
        </pc:cxnChg>
        <pc:cxnChg chg="mod">
          <ac:chgData name="Luis Miralles" userId="699e2c5a-5018-4326-8814-50a037852b20" providerId="ADAL" clId="{FD38B7CC-5D50-3E4A-9A88-9937CA009441}" dt="2024-10-24T12:26:12.114" v="406" actId="14100"/>
          <ac:cxnSpMkLst>
            <pc:docMk/>
            <pc:sldMk cId="2720294092" sldId="274"/>
            <ac:cxnSpMk id="27" creationId="{8F3A31ED-A6AD-7E75-953F-02B312D2C0DB}"/>
          </ac:cxnSpMkLst>
        </pc:cxnChg>
      </pc:sldChg>
      <pc:sldChg chg="modSp mod">
        <pc:chgData name="Luis Miralles" userId="699e2c5a-5018-4326-8814-50a037852b20" providerId="ADAL" clId="{FD38B7CC-5D50-3E4A-9A88-9937CA009441}" dt="2024-10-23T10:16:14.490" v="97" actId="1076"/>
        <pc:sldMkLst>
          <pc:docMk/>
          <pc:sldMk cId="3312569214" sldId="283"/>
        </pc:sldMkLst>
        <pc:spChg chg="mod">
          <ac:chgData name="Luis Miralles" userId="699e2c5a-5018-4326-8814-50a037852b20" providerId="ADAL" clId="{FD38B7CC-5D50-3E4A-9A88-9937CA009441}" dt="2024-10-23T10:16:05.684" v="95" actId="368"/>
          <ac:spMkLst>
            <pc:docMk/>
            <pc:sldMk cId="3312569214" sldId="283"/>
            <ac:spMk id="2" creationId="{7899BBA9-6F5E-A252-4387-F9B0A999CC0C}"/>
          </ac:spMkLst>
        </pc:spChg>
        <pc:picChg chg="mod">
          <ac:chgData name="Luis Miralles" userId="699e2c5a-5018-4326-8814-50a037852b20" providerId="ADAL" clId="{FD38B7CC-5D50-3E4A-9A88-9937CA009441}" dt="2024-10-23T10:16:08.737" v="96" actId="1076"/>
          <ac:picMkLst>
            <pc:docMk/>
            <pc:sldMk cId="3312569214" sldId="283"/>
            <ac:picMk id="10242" creationId="{89C4A991-B030-EAC1-63E0-0986D19870DD}"/>
          </ac:picMkLst>
        </pc:picChg>
        <pc:picChg chg="mod">
          <ac:chgData name="Luis Miralles" userId="699e2c5a-5018-4326-8814-50a037852b20" providerId="ADAL" clId="{FD38B7CC-5D50-3E4A-9A88-9937CA009441}" dt="2024-10-23T10:16:14.490" v="97" actId="1076"/>
          <ac:picMkLst>
            <pc:docMk/>
            <pc:sldMk cId="3312569214" sldId="283"/>
            <ac:picMk id="10244" creationId="{99D39401-2C18-EA2E-5F92-1A4F3AB17B91}"/>
          </ac:picMkLst>
        </pc:picChg>
      </pc:sldChg>
      <pc:sldChg chg="modSp mod">
        <pc:chgData name="Luis Miralles" userId="699e2c5a-5018-4326-8814-50a037852b20" providerId="ADAL" clId="{FD38B7CC-5D50-3E4A-9A88-9937CA009441}" dt="2024-10-24T12:34:57.282" v="411" actId="113"/>
        <pc:sldMkLst>
          <pc:docMk/>
          <pc:sldMk cId="2803242892" sldId="292"/>
        </pc:sldMkLst>
        <pc:spChg chg="mod">
          <ac:chgData name="Luis Miralles" userId="699e2c5a-5018-4326-8814-50a037852b20" providerId="ADAL" clId="{FD38B7CC-5D50-3E4A-9A88-9937CA009441}" dt="2024-10-24T12:34:38.293" v="409" actId="14100"/>
          <ac:spMkLst>
            <pc:docMk/>
            <pc:sldMk cId="2803242892" sldId="292"/>
            <ac:spMk id="2" creationId="{F0C04A1D-701B-F047-405C-6B4BD099DCED}"/>
          </ac:spMkLst>
        </pc:spChg>
        <pc:spChg chg="mod">
          <ac:chgData name="Luis Miralles" userId="699e2c5a-5018-4326-8814-50a037852b20" providerId="ADAL" clId="{FD38B7CC-5D50-3E4A-9A88-9937CA009441}" dt="2024-10-24T12:34:34.430" v="408" actId="14100"/>
          <ac:spMkLst>
            <pc:docMk/>
            <pc:sldMk cId="2803242892" sldId="292"/>
            <ac:spMk id="4" creationId="{40732928-B69F-C099-D0F7-12C418573655}"/>
          </ac:spMkLst>
        </pc:spChg>
        <pc:spChg chg="mod">
          <ac:chgData name="Luis Miralles" userId="699e2c5a-5018-4326-8814-50a037852b20" providerId="ADAL" clId="{FD38B7CC-5D50-3E4A-9A88-9937CA009441}" dt="2024-10-24T12:34:57.282" v="411" actId="113"/>
          <ac:spMkLst>
            <pc:docMk/>
            <pc:sldMk cId="2803242892" sldId="292"/>
            <ac:spMk id="9" creationId="{9A65D0F9-C187-8D7C-EA0E-6CF724DF364A}"/>
          </ac:spMkLst>
        </pc:spChg>
      </pc:sldChg>
      <pc:sldChg chg="delSp modSp del mod">
        <pc:chgData name="Luis Miralles" userId="699e2c5a-5018-4326-8814-50a037852b20" providerId="ADAL" clId="{FD38B7CC-5D50-3E4A-9A88-9937CA009441}" dt="2024-10-23T11:03:46.449" v="247" actId="2696"/>
        <pc:sldMkLst>
          <pc:docMk/>
          <pc:sldMk cId="2228243751" sldId="293"/>
        </pc:sldMkLst>
      </pc:sldChg>
      <pc:sldChg chg="addSp delSp modSp mod ord modClrScheme chgLayout">
        <pc:chgData name="Luis Miralles" userId="699e2c5a-5018-4326-8814-50a037852b20" providerId="ADAL" clId="{FD38B7CC-5D50-3E4A-9A88-9937CA009441}" dt="2024-10-23T11:03:42.325" v="246" actId="1076"/>
        <pc:sldMkLst>
          <pc:docMk/>
          <pc:sldMk cId="1234440561" sldId="294"/>
        </pc:sldMkLst>
        <pc:spChg chg="mod ord">
          <ac:chgData name="Luis Miralles" userId="699e2c5a-5018-4326-8814-50a037852b20" providerId="ADAL" clId="{FD38B7CC-5D50-3E4A-9A88-9937CA009441}" dt="2024-10-23T11:03:42.325" v="246" actId="1076"/>
          <ac:spMkLst>
            <pc:docMk/>
            <pc:sldMk cId="1234440561" sldId="294"/>
            <ac:spMk id="2" creationId="{5F13CE82-9D37-7F53-79A3-6CDA88D17C51}"/>
          </ac:spMkLst>
        </pc:spChg>
        <pc:spChg chg="mod ord">
          <ac:chgData name="Luis Miralles" userId="699e2c5a-5018-4326-8814-50a037852b20" providerId="ADAL" clId="{FD38B7CC-5D50-3E4A-9A88-9937CA009441}" dt="2024-10-23T11:01:21.055" v="214" actId="700"/>
          <ac:spMkLst>
            <pc:docMk/>
            <pc:sldMk cId="1234440561" sldId="294"/>
            <ac:spMk id="3" creationId="{CEC71FDD-5994-2A83-F6CE-A68D700E0C8E}"/>
          </ac:spMkLst>
        </pc:spChg>
        <pc:spChg chg="add mod">
          <ac:chgData name="Luis Miralles" userId="699e2c5a-5018-4326-8814-50a037852b20" providerId="ADAL" clId="{FD38B7CC-5D50-3E4A-9A88-9937CA009441}" dt="2024-10-23T11:01:50.131" v="222" actId="1076"/>
          <ac:spMkLst>
            <pc:docMk/>
            <pc:sldMk cId="1234440561" sldId="294"/>
            <ac:spMk id="5" creationId="{916597C0-3FBE-8DA0-412B-45DE786EFDDC}"/>
          </ac:spMkLst>
        </pc:spChg>
        <pc:spChg chg="add mod">
          <ac:chgData name="Luis Miralles" userId="699e2c5a-5018-4326-8814-50a037852b20" providerId="ADAL" clId="{FD38B7CC-5D50-3E4A-9A88-9937CA009441}" dt="2024-10-23T11:01:33.073" v="217" actId="1076"/>
          <ac:spMkLst>
            <pc:docMk/>
            <pc:sldMk cId="1234440561" sldId="294"/>
            <ac:spMk id="6" creationId="{17DFF638-ED7B-54C7-8955-A0A41D1562C3}"/>
          </ac:spMkLst>
        </pc:spChg>
        <pc:spChg chg="add mod">
          <ac:chgData name="Luis Miralles" userId="699e2c5a-5018-4326-8814-50a037852b20" providerId="ADAL" clId="{FD38B7CC-5D50-3E4A-9A88-9937CA009441}" dt="2024-10-23T11:01:29.784" v="216" actId="113"/>
          <ac:spMkLst>
            <pc:docMk/>
            <pc:sldMk cId="1234440561" sldId="294"/>
            <ac:spMk id="7" creationId="{BEEA4539-DB9D-B5E7-178A-4C281A68B5EB}"/>
          </ac:spMkLst>
        </pc:spChg>
        <pc:picChg chg="add mod">
          <ac:chgData name="Luis Miralles" userId="699e2c5a-5018-4326-8814-50a037852b20" providerId="ADAL" clId="{FD38B7CC-5D50-3E4A-9A88-9937CA009441}" dt="2024-10-23T11:00:46.954" v="206" actId="1076"/>
          <ac:picMkLst>
            <pc:docMk/>
            <pc:sldMk cId="1234440561" sldId="294"/>
            <ac:picMk id="1026" creationId="{AB8B4179-4CB5-6052-2827-BB6788CFE9F1}"/>
          </ac:picMkLst>
        </pc:picChg>
        <pc:picChg chg="add mod">
          <ac:chgData name="Luis Miralles" userId="699e2c5a-5018-4326-8814-50a037852b20" providerId="ADAL" clId="{FD38B7CC-5D50-3E4A-9A88-9937CA009441}" dt="2024-10-23T11:01:37.860" v="219" actId="208"/>
          <ac:picMkLst>
            <pc:docMk/>
            <pc:sldMk cId="1234440561" sldId="294"/>
            <ac:picMk id="2050" creationId="{1BCA5D89-7E14-2F35-02CC-2BCFDC32D3C9}"/>
          </ac:picMkLst>
        </pc:picChg>
      </pc:sldChg>
      <pc:sldChg chg="modSp mod">
        <pc:chgData name="Luis Miralles" userId="699e2c5a-5018-4326-8814-50a037852b20" providerId="ADAL" clId="{FD38B7CC-5D50-3E4A-9A88-9937CA009441}" dt="2024-10-23T10:50:04.157" v="174" actId="1076"/>
        <pc:sldMkLst>
          <pc:docMk/>
          <pc:sldMk cId="4270300237" sldId="295"/>
        </pc:sldMkLst>
        <pc:spChg chg="mod">
          <ac:chgData name="Luis Miralles" userId="699e2c5a-5018-4326-8814-50a037852b20" providerId="ADAL" clId="{FD38B7CC-5D50-3E4A-9A88-9937CA009441}" dt="2024-10-23T10:18:05.668" v="116" actId="1076"/>
          <ac:spMkLst>
            <pc:docMk/>
            <pc:sldMk cId="4270300237" sldId="295"/>
            <ac:spMk id="2" creationId="{31435C13-1867-CB3B-1F37-9BF734BD25FA}"/>
          </ac:spMkLst>
        </pc:spChg>
        <pc:spChg chg="mod">
          <ac:chgData name="Luis Miralles" userId="699e2c5a-5018-4326-8814-50a037852b20" providerId="ADAL" clId="{FD38B7CC-5D50-3E4A-9A88-9937CA009441}" dt="2024-10-23T10:50:04.157" v="174" actId="1076"/>
          <ac:spMkLst>
            <pc:docMk/>
            <pc:sldMk cId="4270300237" sldId="295"/>
            <ac:spMk id="5" creationId="{8936E470-89FE-3F63-4BE2-04D988A73D0A}"/>
          </ac:spMkLst>
        </pc:spChg>
        <pc:picChg chg="mod">
          <ac:chgData name="Luis Miralles" userId="699e2c5a-5018-4326-8814-50a037852b20" providerId="ADAL" clId="{FD38B7CC-5D50-3E4A-9A88-9937CA009441}" dt="2024-10-23T10:49:58.926" v="172" actId="1076"/>
          <ac:picMkLst>
            <pc:docMk/>
            <pc:sldMk cId="4270300237" sldId="295"/>
            <ac:picMk id="16386" creationId="{6E0AAC77-C0CD-2915-A944-EA60CDB5E479}"/>
          </ac:picMkLst>
        </pc:picChg>
      </pc:sldChg>
      <pc:sldChg chg="addSp delSp modSp mod">
        <pc:chgData name="Luis Miralles" userId="699e2c5a-5018-4326-8814-50a037852b20" providerId="ADAL" clId="{FD38B7CC-5D50-3E4A-9A88-9937CA009441}" dt="2024-10-16T10:35:45.663" v="34" actId="20577"/>
        <pc:sldMkLst>
          <pc:docMk/>
          <pc:sldMk cId="306723359" sldId="297"/>
        </pc:sldMkLst>
        <pc:spChg chg="mod">
          <ac:chgData name="Luis Miralles" userId="699e2c5a-5018-4326-8814-50a037852b20" providerId="ADAL" clId="{FD38B7CC-5D50-3E4A-9A88-9937CA009441}" dt="2024-10-16T10:35:45.663" v="34" actId="20577"/>
          <ac:spMkLst>
            <pc:docMk/>
            <pc:sldMk cId="306723359" sldId="297"/>
            <ac:spMk id="2" creationId="{BAE4A811-1901-5A81-6714-0C1CDC1C63A2}"/>
          </ac:spMkLst>
        </pc:spChg>
        <pc:spChg chg="add del mod">
          <ac:chgData name="Luis Miralles" userId="699e2c5a-5018-4326-8814-50a037852b20" providerId="ADAL" clId="{FD38B7CC-5D50-3E4A-9A88-9937CA009441}" dt="2024-10-14T10:48:26.287" v="3" actId="27636"/>
          <ac:spMkLst>
            <pc:docMk/>
            <pc:sldMk cId="306723359" sldId="297"/>
            <ac:spMk id="3" creationId="{E529D63C-4197-D8D3-B558-A687D30422DC}"/>
          </ac:spMkLst>
        </pc:spChg>
      </pc:sldChg>
      <pc:sldChg chg="modSp mod">
        <pc:chgData name="Luis Miralles" userId="699e2c5a-5018-4326-8814-50a037852b20" providerId="ADAL" clId="{FD38B7CC-5D50-3E4A-9A88-9937CA009441}" dt="2024-10-23T10:14:19.689" v="67" actId="1076"/>
        <pc:sldMkLst>
          <pc:docMk/>
          <pc:sldMk cId="3053077871" sldId="298"/>
        </pc:sldMkLst>
        <pc:spChg chg="mod">
          <ac:chgData name="Luis Miralles" userId="699e2c5a-5018-4326-8814-50a037852b20" providerId="ADAL" clId="{FD38B7CC-5D50-3E4A-9A88-9937CA009441}" dt="2024-10-23T10:14:19.689" v="67" actId="1076"/>
          <ac:spMkLst>
            <pc:docMk/>
            <pc:sldMk cId="3053077871" sldId="298"/>
            <ac:spMk id="2" creationId="{617FFFD5-72B9-B6BC-D28C-98D3248F6CF9}"/>
          </ac:spMkLst>
        </pc:spChg>
        <pc:spChg chg="mod">
          <ac:chgData name="Luis Miralles" userId="699e2c5a-5018-4326-8814-50a037852b20" providerId="ADAL" clId="{FD38B7CC-5D50-3E4A-9A88-9937CA009441}" dt="2024-10-23T10:09:30.305" v="40"/>
          <ac:spMkLst>
            <pc:docMk/>
            <pc:sldMk cId="3053077871" sldId="298"/>
            <ac:spMk id="4" creationId="{E6DA721A-D488-7E9D-0124-5B71D3E74468}"/>
          </ac:spMkLst>
        </pc:spChg>
      </pc:sldChg>
      <pc:sldChg chg="addSp modSp mod">
        <pc:chgData name="Luis Miralles" userId="699e2c5a-5018-4326-8814-50a037852b20" providerId="ADAL" clId="{FD38B7CC-5D50-3E4A-9A88-9937CA009441}" dt="2024-10-24T10:24:33.827" v="300" actId="20577"/>
        <pc:sldMkLst>
          <pc:docMk/>
          <pc:sldMk cId="1906305747" sldId="300"/>
        </pc:sldMkLst>
        <pc:spChg chg="mod">
          <ac:chgData name="Luis Miralles" userId="699e2c5a-5018-4326-8814-50a037852b20" providerId="ADAL" clId="{FD38B7CC-5D50-3E4A-9A88-9937CA009441}" dt="2024-10-24T10:23:56.627" v="263" actId="14100"/>
          <ac:spMkLst>
            <pc:docMk/>
            <pc:sldMk cId="1906305747" sldId="300"/>
            <ac:spMk id="2" creationId="{673EEB4F-8B06-D240-78B1-431FC9EC5F38}"/>
          </ac:spMkLst>
        </pc:spChg>
        <pc:spChg chg="mod">
          <ac:chgData name="Luis Miralles" userId="699e2c5a-5018-4326-8814-50a037852b20" providerId="ADAL" clId="{FD38B7CC-5D50-3E4A-9A88-9937CA009441}" dt="2024-10-23T10:10:10.231" v="48" actId="208"/>
          <ac:spMkLst>
            <pc:docMk/>
            <pc:sldMk cId="1906305747" sldId="300"/>
            <ac:spMk id="6" creationId="{E9275131-0996-79FD-0FD0-D5A638EEDDF7}"/>
          </ac:spMkLst>
        </pc:spChg>
        <pc:spChg chg="mod">
          <ac:chgData name="Luis Miralles" userId="699e2c5a-5018-4326-8814-50a037852b20" providerId="ADAL" clId="{FD38B7CC-5D50-3E4A-9A88-9937CA009441}" dt="2024-10-23T10:09:57.540" v="45" actId="20577"/>
          <ac:spMkLst>
            <pc:docMk/>
            <pc:sldMk cId="1906305747" sldId="300"/>
            <ac:spMk id="8" creationId="{49BE16F1-A5DE-15DB-04F3-568261F024C8}"/>
          </ac:spMkLst>
        </pc:spChg>
        <pc:spChg chg="add mod">
          <ac:chgData name="Luis Miralles" userId="699e2c5a-5018-4326-8814-50a037852b20" providerId="ADAL" clId="{FD38B7CC-5D50-3E4A-9A88-9937CA009441}" dt="2024-10-24T10:24:33.827" v="300" actId="20577"/>
          <ac:spMkLst>
            <pc:docMk/>
            <pc:sldMk cId="1906305747" sldId="300"/>
            <ac:spMk id="10" creationId="{4DEAFAAF-3D48-A33D-F0AA-35714A4D38F0}"/>
          </ac:spMkLst>
        </pc:spChg>
        <pc:picChg chg="mod">
          <ac:chgData name="Luis Miralles" userId="699e2c5a-5018-4326-8814-50a037852b20" providerId="ADAL" clId="{FD38B7CC-5D50-3E4A-9A88-9937CA009441}" dt="2024-10-23T10:19:02.344" v="117" actId="208"/>
          <ac:picMkLst>
            <pc:docMk/>
            <pc:sldMk cId="1906305747" sldId="300"/>
            <ac:picMk id="7170" creationId="{88C8FB56-9D96-1C76-672D-95948837E905}"/>
          </ac:picMkLst>
        </pc:picChg>
        <pc:cxnChg chg="add mod">
          <ac:chgData name="Luis Miralles" userId="699e2c5a-5018-4326-8814-50a037852b20" providerId="ADAL" clId="{FD38B7CC-5D50-3E4A-9A88-9937CA009441}" dt="2024-10-24T10:24:05.578" v="266" actId="14100"/>
          <ac:cxnSpMkLst>
            <pc:docMk/>
            <pc:sldMk cId="1906305747" sldId="300"/>
            <ac:cxnSpMk id="5" creationId="{8C5BBE13-A43D-ADE6-70AD-C827358997EE}"/>
          </ac:cxnSpMkLst>
        </pc:cxnChg>
      </pc:sldChg>
      <pc:sldChg chg="modSp mod">
        <pc:chgData name="Luis Miralles" userId="699e2c5a-5018-4326-8814-50a037852b20" providerId="ADAL" clId="{FD38B7CC-5D50-3E4A-9A88-9937CA009441}" dt="2024-10-23T10:14:32.441" v="71" actId="368"/>
        <pc:sldMkLst>
          <pc:docMk/>
          <pc:sldMk cId="1405009028" sldId="301"/>
        </pc:sldMkLst>
        <pc:spChg chg="mod">
          <ac:chgData name="Luis Miralles" userId="699e2c5a-5018-4326-8814-50a037852b20" providerId="ADAL" clId="{FD38B7CC-5D50-3E4A-9A88-9937CA009441}" dt="2024-10-23T10:14:32.441" v="71" actId="368"/>
          <ac:spMkLst>
            <pc:docMk/>
            <pc:sldMk cId="1405009028" sldId="301"/>
            <ac:spMk id="2" creationId="{279F2A23-395A-F99D-915A-4A4AA347D9B2}"/>
          </ac:spMkLst>
        </pc:spChg>
      </pc:sldChg>
      <pc:sldChg chg="addSp modSp mod">
        <pc:chgData name="Luis Miralles" userId="699e2c5a-5018-4326-8814-50a037852b20" providerId="ADAL" clId="{FD38B7CC-5D50-3E4A-9A88-9937CA009441}" dt="2024-11-07T12:11:29.583" v="437" actId="207"/>
        <pc:sldMkLst>
          <pc:docMk/>
          <pc:sldMk cId="2285412127" sldId="302"/>
        </pc:sldMkLst>
        <pc:spChg chg="mod">
          <ac:chgData name="Luis Miralles" userId="699e2c5a-5018-4326-8814-50a037852b20" providerId="ADAL" clId="{FD38B7CC-5D50-3E4A-9A88-9937CA009441}" dt="2024-10-23T10:14:26.639" v="69" actId="368"/>
          <ac:spMkLst>
            <pc:docMk/>
            <pc:sldMk cId="2285412127" sldId="302"/>
            <ac:spMk id="2" creationId="{E28299D1-3BC6-F94B-6478-DAB3D38AF126}"/>
          </ac:spMkLst>
        </pc:spChg>
        <pc:spChg chg="add mod">
          <ac:chgData name="Luis Miralles" userId="699e2c5a-5018-4326-8814-50a037852b20" providerId="ADAL" clId="{FD38B7CC-5D50-3E4A-9A88-9937CA009441}" dt="2024-11-07T12:11:29.583" v="437" actId="207"/>
          <ac:spMkLst>
            <pc:docMk/>
            <pc:sldMk cId="2285412127" sldId="302"/>
            <ac:spMk id="27" creationId="{33D679ED-F283-55B1-31C9-5245D3BE6B08}"/>
          </ac:spMkLst>
        </pc:spChg>
      </pc:sldChg>
      <pc:sldChg chg="modSp mod">
        <pc:chgData name="Luis Miralles" userId="699e2c5a-5018-4326-8814-50a037852b20" providerId="ADAL" clId="{FD38B7CC-5D50-3E4A-9A88-9937CA009441}" dt="2024-10-23T10:14:43.879" v="75" actId="368"/>
        <pc:sldMkLst>
          <pc:docMk/>
          <pc:sldMk cId="2041175309" sldId="303"/>
        </pc:sldMkLst>
        <pc:spChg chg="mod">
          <ac:chgData name="Luis Miralles" userId="699e2c5a-5018-4326-8814-50a037852b20" providerId="ADAL" clId="{FD38B7CC-5D50-3E4A-9A88-9937CA009441}" dt="2024-10-23T10:14:43.879" v="75" actId="368"/>
          <ac:spMkLst>
            <pc:docMk/>
            <pc:sldMk cId="2041175309" sldId="303"/>
            <ac:spMk id="2" creationId="{E28299D1-3BC6-F94B-6478-DAB3D38AF126}"/>
          </ac:spMkLst>
        </pc:spChg>
      </pc:sldChg>
      <pc:sldChg chg="modSp mod">
        <pc:chgData name="Luis Miralles" userId="699e2c5a-5018-4326-8814-50a037852b20" providerId="ADAL" clId="{FD38B7CC-5D50-3E4A-9A88-9937CA009441}" dt="2024-10-23T10:14:54.711" v="79" actId="368"/>
        <pc:sldMkLst>
          <pc:docMk/>
          <pc:sldMk cId="3038420103" sldId="304"/>
        </pc:sldMkLst>
        <pc:spChg chg="mod">
          <ac:chgData name="Luis Miralles" userId="699e2c5a-5018-4326-8814-50a037852b20" providerId="ADAL" clId="{FD38B7CC-5D50-3E4A-9A88-9937CA009441}" dt="2024-10-23T10:14:54.711" v="79" actId="368"/>
          <ac:spMkLst>
            <pc:docMk/>
            <pc:sldMk cId="3038420103" sldId="304"/>
            <ac:spMk id="2" creationId="{E28299D1-3BC6-F94B-6478-DAB3D38AF126}"/>
          </ac:spMkLst>
        </pc:spChg>
      </pc:sldChg>
      <pc:sldChg chg="modSp mod">
        <pc:chgData name="Luis Miralles" userId="699e2c5a-5018-4326-8814-50a037852b20" providerId="ADAL" clId="{FD38B7CC-5D50-3E4A-9A88-9937CA009441}" dt="2024-10-23T10:15:00.963" v="80" actId="1076"/>
        <pc:sldMkLst>
          <pc:docMk/>
          <pc:sldMk cId="1885350413" sldId="306"/>
        </pc:sldMkLst>
        <pc:spChg chg="mod">
          <ac:chgData name="Luis Miralles" userId="699e2c5a-5018-4326-8814-50a037852b20" providerId="ADAL" clId="{FD38B7CC-5D50-3E4A-9A88-9937CA009441}" dt="2024-10-23T10:15:00.963" v="80" actId="1076"/>
          <ac:spMkLst>
            <pc:docMk/>
            <pc:sldMk cId="1885350413" sldId="306"/>
            <ac:spMk id="2" creationId="{578C307E-7DA2-D3BF-E23C-7F3DCFBD9AD2}"/>
          </ac:spMkLst>
        </pc:spChg>
      </pc:sldChg>
      <pc:sldChg chg="modSp mod">
        <pc:chgData name="Luis Miralles" userId="699e2c5a-5018-4326-8814-50a037852b20" providerId="ADAL" clId="{FD38B7CC-5D50-3E4A-9A88-9937CA009441}" dt="2024-10-23T10:14:06.160" v="65" actId="403"/>
        <pc:sldMkLst>
          <pc:docMk/>
          <pc:sldMk cId="3325881354" sldId="307"/>
        </pc:sldMkLst>
        <pc:spChg chg="mod">
          <ac:chgData name="Luis Miralles" userId="699e2c5a-5018-4326-8814-50a037852b20" providerId="ADAL" clId="{FD38B7CC-5D50-3E4A-9A88-9937CA009441}" dt="2024-10-23T10:14:06.160" v="65" actId="403"/>
          <ac:spMkLst>
            <pc:docMk/>
            <pc:sldMk cId="3325881354" sldId="307"/>
            <ac:spMk id="4" creationId="{439ED135-C7CB-3F48-EEC9-710FD34591C6}"/>
          </ac:spMkLst>
        </pc:spChg>
      </pc:sldChg>
      <pc:sldChg chg="addSp modSp mod">
        <pc:chgData name="Luis Miralles" userId="699e2c5a-5018-4326-8814-50a037852b20" providerId="ADAL" clId="{FD38B7CC-5D50-3E4A-9A88-9937CA009441}" dt="2024-10-24T10:25:36.687" v="326" actId="1076"/>
        <pc:sldMkLst>
          <pc:docMk/>
          <pc:sldMk cId="1328384249" sldId="308"/>
        </pc:sldMkLst>
        <pc:spChg chg="mod">
          <ac:chgData name="Luis Miralles" userId="699e2c5a-5018-4326-8814-50a037852b20" providerId="ADAL" clId="{FD38B7CC-5D50-3E4A-9A88-9937CA009441}" dt="2024-10-24T10:25:30.511" v="324" actId="14100"/>
          <ac:spMkLst>
            <pc:docMk/>
            <pc:sldMk cId="1328384249" sldId="308"/>
            <ac:spMk id="2" creationId="{C37F1DB7-8416-9F1F-C2D4-055CFACCD6EF}"/>
          </ac:spMkLst>
        </pc:spChg>
        <pc:spChg chg="mod">
          <ac:chgData name="Luis Miralles" userId="699e2c5a-5018-4326-8814-50a037852b20" providerId="ADAL" clId="{FD38B7CC-5D50-3E4A-9A88-9937CA009441}" dt="2024-10-23T10:19:18.944" v="121" actId="1076"/>
          <ac:spMkLst>
            <pc:docMk/>
            <pc:sldMk cId="1328384249" sldId="308"/>
            <ac:spMk id="3" creationId="{305BB513-37E4-2F06-F410-2D4259575D27}"/>
          </ac:spMkLst>
        </pc:spChg>
        <pc:spChg chg="add mod">
          <ac:chgData name="Luis Miralles" userId="699e2c5a-5018-4326-8814-50a037852b20" providerId="ADAL" clId="{FD38B7CC-5D50-3E4A-9A88-9937CA009441}" dt="2024-10-24T10:25:36.687" v="326" actId="1076"/>
          <ac:spMkLst>
            <pc:docMk/>
            <pc:sldMk cId="1328384249" sldId="308"/>
            <ac:spMk id="6" creationId="{B250480F-707E-D8E6-31DF-F9E2D890D918}"/>
          </ac:spMkLst>
        </pc:spChg>
        <pc:cxnChg chg="add mod">
          <ac:chgData name="Luis Miralles" userId="699e2c5a-5018-4326-8814-50a037852b20" providerId="ADAL" clId="{FD38B7CC-5D50-3E4A-9A88-9937CA009441}" dt="2024-10-24T10:25:36.687" v="326" actId="1076"/>
          <ac:cxnSpMkLst>
            <pc:docMk/>
            <pc:sldMk cId="1328384249" sldId="308"/>
            <ac:cxnSpMk id="5" creationId="{44FD4255-2579-23DC-DD6A-9ADEDEDA1C44}"/>
          </ac:cxnSpMkLst>
        </pc:cxnChg>
      </pc:sldChg>
      <pc:sldChg chg="modSp mod">
        <pc:chgData name="Luis Miralles" userId="699e2c5a-5018-4326-8814-50a037852b20" providerId="ADAL" clId="{FD38B7CC-5D50-3E4A-9A88-9937CA009441}" dt="2024-10-23T10:13:44.743" v="60" actId="368"/>
        <pc:sldMkLst>
          <pc:docMk/>
          <pc:sldMk cId="2642481030" sldId="309"/>
        </pc:sldMkLst>
        <pc:spChg chg="mod">
          <ac:chgData name="Luis Miralles" userId="699e2c5a-5018-4326-8814-50a037852b20" providerId="ADAL" clId="{FD38B7CC-5D50-3E4A-9A88-9937CA009441}" dt="2024-10-23T10:13:44.743" v="60" actId="368"/>
          <ac:spMkLst>
            <pc:docMk/>
            <pc:sldMk cId="2642481030" sldId="309"/>
            <ac:spMk id="5" creationId="{A634B328-5F10-9539-445A-B01D282EBBF3}"/>
          </ac:spMkLst>
        </pc:spChg>
      </pc:sldChg>
      <pc:sldChg chg="modSp mod">
        <pc:chgData name="Luis Miralles" userId="699e2c5a-5018-4326-8814-50a037852b20" providerId="ADAL" clId="{FD38B7CC-5D50-3E4A-9A88-9937CA009441}" dt="2024-10-23T10:13:40.231" v="59" actId="368"/>
        <pc:sldMkLst>
          <pc:docMk/>
          <pc:sldMk cId="2256827233" sldId="310"/>
        </pc:sldMkLst>
        <pc:spChg chg="mod">
          <ac:chgData name="Luis Miralles" userId="699e2c5a-5018-4326-8814-50a037852b20" providerId="ADAL" clId="{FD38B7CC-5D50-3E4A-9A88-9937CA009441}" dt="2024-10-23T10:13:40.231" v="59" actId="368"/>
          <ac:spMkLst>
            <pc:docMk/>
            <pc:sldMk cId="2256827233" sldId="310"/>
            <ac:spMk id="2" creationId="{8E3B38D5-AF9D-AAB8-741A-B7BAA4EEA429}"/>
          </ac:spMkLst>
        </pc:spChg>
        <pc:picChg chg="mod">
          <ac:chgData name="Luis Miralles" userId="699e2c5a-5018-4326-8814-50a037852b20" providerId="ADAL" clId="{FD38B7CC-5D50-3E4A-9A88-9937CA009441}" dt="2024-10-23T10:10:41.115" v="50" actId="208"/>
          <ac:picMkLst>
            <pc:docMk/>
            <pc:sldMk cId="2256827233" sldId="310"/>
            <ac:picMk id="1026" creationId="{D024D67B-415C-98A3-03A3-C287CAC620B8}"/>
          </ac:picMkLst>
        </pc:picChg>
      </pc:sldChg>
      <pc:sldChg chg="modSp mod">
        <pc:chgData name="Luis Miralles" userId="699e2c5a-5018-4326-8814-50a037852b20" providerId="ADAL" clId="{FD38B7CC-5D50-3E4A-9A88-9937CA009441}" dt="2024-10-23T10:13:35.335" v="58" actId="368"/>
        <pc:sldMkLst>
          <pc:docMk/>
          <pc:sldMk cId="2097128824" sldId="311"/>
        </pc:sldMkLst>
        <pc:spChg chg="mod">
          <ac:chgData name="Luis Miralles" userId="699e2c5a-5018-4326-8814-50a037852b20" providerId="ADAL" clId="{FD38B7CC-5D50-3E4A-9A88-9937CA009441}" dt="2024-10-23T10:13:35.335" v="58" actId="368"/>
          <ac:spMkLst>
            <pc:docMk/>
            <pc:sldMk cId="2097128824" sldId="311"/>
            <ac:spMk id="2" creationId="{F3825254-8834-327B-3DD0-A1131E137C90}"/>
          </ac:spMkLst>
        </pc:spChg>
      </pc:sldChg>
      <pc:sldChg chg="addSp modSp mod">
        <pc:chgData name="Luis Miralles" userId="699e2c5a-5018-4326-8814-50a037852b20" providerId="ADAL" clId="{FD38B7CC-5D50-3E4A-9A88-9937CA009441}" dt="2024-10-24T10:26:03.167" v="333" actId="1076"/>
        <pc:sldMkLst>
          <pc:docMk/>
          <pc:sldMk cId="1575024219" sldId="312"/>
        </pc:sldMkLst>
        <pc:spChg chg="mod">
          <ac:chgData name="Luis Miralles" userId="699e2c5a-5018-4326-8814-50a037852b20" providerId="ADAL" clId="{FD38B7CC-5D50-3E4A-9A88-9937CA009441}" dt="2024-10-24T10:25:57.374" v="331" actId="14100"/>
          <ac:spMkLst>
            <pc:docMk/>
            <pc:sldMk cId="1575024219" sldId="312"/>
            <ac:spMk id="2" creationId="{E6F596E8-6812-DE79-D920-FED9529BBBA3}"/>
          </ac:spMkLst>
        </pc:spChg>
        <pc:spChg chg="mod">
          <ac:chgData name="Luis Miralles" userId="699e2c5a-5018-4326-8814-50a037852b20" providerId="ADAL" clId="{FD38B7CC-5D50-3E4A-9A88-9937CA009441}" dt="2024-10-23T10:19:35.161" v="124" actId="14100"/>
          <ac:spMkLst>
            <pc:docMk/>
            <pc:sldMk cId="1575024219" sldId="312"/>
            <ac:spMk id="3" creationId="{2B64BAAF-3FCE-972C-55E9-FB7D32E398FE}"/>
          </ac:spMkLst>
        </pc:spChg>
        <pc:spChg chg="add mod">
          <ac:chgData name="Luis Miralles" userId="699e2c5a-5018-4326-8814-50a037852b20" providerId="ADAL" clId="{FD38B7CC-5D50-3E4A-9A88-9937CA009441}" dt="2024-10-24T10:26:03.167" v="333" actId="1076"/>
          <ac:spMkLst>
            <pc:docMk/>
            <pc:sldMk cId="1575024219" sldId="312"/>
            <ac:spMk id="6" creationId="{412F4D91-35B1-D067-5240-AF4D8109B400}"/>
          </ac:spMkLst>
        </pc:spChg>
        <pc:cxnChg chg="add mod">
          <ac:chgData name="Luis Miralles" userId="699e2c5a-5018-4326-8814-50a037852b20" providerId="ADAL" clId="{FD38B7CC-5D50-3E4A-9A88-9937CA009441}" dt="2024-10-24T10:26:03.167" v="333" actId="1076"/>
          <ac:cxnSpMkLst>
            <pc:docMk/>
            <pc:sldMk cId="1575024219" sldId="312"/>
            <ac:cxnSpMk id="5" creationId="{C2855F3F-7762-C9A2-19A0-8F743D2239C1}"/>
          </ac:cxnSpMkLst>
        </pc:cxnChg>
      </pc:sldChg>
      <pc:sldChg chg="modSp mod">
        <pc:chgData name="Luis Miralles" userId="699e2c5a-5018-4326-8814-50a037852b20" providerId="ADAL" clId="{FD38B7CC-5D50-3E4A-9A88-9937CA009441}" dt="2024-10-23T10:13:25.100" v="56" actId="368"/>
        <pc:sldMkLst>
          <pc:docMk/>
          <pc:sldMk cId="340558023" sldId="313"/>
        </pc:sldMkLst>
        <pc:spChg chg="mod">
          <ac:chgData name="Luis Miralles" userId="699e2c5a-5018-4326-8814-50a037852b20" providerId="ADAL" clId="{FD38B7CC-5D50-3E4A-9A88-9937CA009441}" dt="2024-10-23T10:13:25.100" v="56" actId="368"/>
          <ac:spMkLst>
            <pc:docMk/>
            <pc:sldMk cId="340558023" sldId="313"/>
            <ac:spMk id="2" creationId="{7899BBA9-6F5E-A252-4387-F9B0A999CC0C}"/>
          </ac:spMkLst>
        </pc:spChg>
      </pc:sldChg>
      <pc:sldChg chg="modSp mod">
        <pc:chgData name="Luis Miralles" userId="699e2c5a-5018-4326-8814-50a037852b20" providerId="ADAL" clId="{FD38B7CC-5D50-3E4A-9A88-9937CA009441}" dt="2024-10-23T10:16:54.531" v="110" actId="1076"/>
        <pc:sldMkLst>
          <pc:docMk/>
          <pc:sldMk cId="2295001956" sldId="314"/>
        </pc:sldMkLst>
        <pc:spChg chg="mod">
          <ac:chgData name="Luis Miralles" userId="699e2c5a-5018-4326-8814-50a037852b20" providerId="ADAL" clId="{FD38B7CC-5D50-3E4A-9A88-9937CA009441}" dt="2024-10-23T10:16:20.863" v="99" actId="368"/>
          <ac:spMkLst>
            <pc:docMk/>
            <pc:sldMk cId="2295001956" sldId="314"/>
            <ac:spMk id="2" creationId="{7899BBA9-6F5E-A252-4387-F9B0A999CC0C}"/>
          </ac:spMkLst>
        </pc:spChg>
        <pc:spChg chg="mod">
          <ac:chgData name="Luis Miralles" userId="699e2c5a-5018-4326-8814-50a037852b20" providerId="ADAL" clId="{FD38B7CC-5D50-3E4A-9A88-9937CA009441}" dt="2024-10-23T10:16:54.531" v="110" actId="1076"/>
          <ac:spMkLst>
            <pc:docMk/>
            <pc:sldMk cId="2295001956" sldId="314"/>
            <ac:spMk id="5" creationId="{CB02DE88-3587-0F33-88FE-D605D8C1A7FA}"/>
          </ac:spMkLst>
        </pc:spChg>
        <pc:spChg chg="mod">
          <ac:chgData name="Luis Miralles" userId="699e2c5a-5018-4326-8814-50a037852b20" providerId="ADAL" clId="{FD38B7CC-5D50-3E4A-9A88-9937CA009441}" dt="2024-10-23T10:16:40.240" v="106" actId="1076"/>
          <ac:spMkLst>
            <pc:docMk/>
            <pc:sldMk cId="2295001956" sldId="314"/>
            <ac:spMk id="7" creationId="{E3896523-6B3C-98F9-D774-D6218DF6A3A7}"/>
          </ac:spMkLst>
        </pc:spChg>
      </pc:sldChg>
      <pc:sldChg chg="modSp mod">
        <pc:chgData name="Luis Miralles" userId="699e2c5a-5018-4326-8814-50a037852b20" providerId="ADAL" clId="{FD38B7CC-5D50-3E4A-9A88-9937CA009441}" dt="2024-10-23T10:17:02.309" v="112" actId="1076"/>
        <pc:sldMkLst>
          <pc:docMk/>
          <pc:sldMk cId="959979729" sldId="315"/>
        </pc:sldMkLst>
        <pc:spChg chg="mod">
          <ac:chgData name="Luis Miralles" userId="699e2c5a-5018-4326-8814-50a037852b20" providerId="ADAL" clId="{FD38B7CC-5D50-3E4A-9A88-9937CA009441}" dt="2024-10-23T10:17:02.309" v="112" actId="1076"/>
          <ac:spMkLst>
            <pc:docMk/>
            <pc:sldMk cId="959979729" sldId="315"/>
            <ac:spMk id="2" creationId="{7899BBA9-6F5E-A252-4387-F9B0A999CC0C}"/>
          </ac:spMkLst>
        </pc:spChg>
      </pc:sldChg>
      <pc:sldChg chg="addSp modSp mod">
        <pc:chgData name="Luis Miralles" userId="699e2c5a-5018-4326-8814-50a037852b20" providerId="ADAL" clId="{FD38B7CC-5D50-3E4A-9A88-9937CA009441}" dt="2024-10-24T12:29:47.125" v="407" actId="120"/>
        <pc:sldMkLst>
          <pc:docMk/>
          <pc:sldMk cId="1860146373" sldId="316"/>
        </pc:sldMkLst>
        <pc:spChg chg="mod">
          <ac:chgData name="Luis Miralles" userId="699e2c5a-5018-4326-8814-50a037852b20" providerId="ADAL" clId="{FD38B7CC-5D50-3E4A-9A88-9937CA009441}" dt="2024-10-24T10:26:13.117" v="334" actId="14100"/>
          <ac:spMkLst>
            <pc:docMk/>
            <pc:sldMk cId="1860146373" sldId="316"/>
            <ac:spMk id="2" creationId="{7899BBA9-6F5E-A252-4387-F9B0A999CC0C}"/>
          </ac:spMkLst>
        </pc:spChg>
        <pc:spChg chg="mod">
          <ac:chgData name="Luis Miralles" userId="699e2c5a-5018-4326-8814-50a037852b20" providerId="ADAL" clId="{FD38B7CC-5D50-3E4A-9A88-9937CA009441}" dt="2024-10-24T12:29:47.125" v="407" actId="120"/>
          <ac:spMkLst>
            <pc:docMk/>
            <pc:sldMk cId="1860146373" sldId="316"/>
            <ac:spMk id="3" creationId="{79A037B5-F11F-F9E6-EE91-14137DA9F860}"/>
          </ac:spMkLst>
        </pc:spChg>
        <pc:spChg chg="add mod">
          <ac:chgData name="Luis Miralles" userId="699e2c5a-5018-4326-8814-50a037852b20" providerId="ADAL" clId="{FD38B7CC-5D50-3E4A-9A88-9937CA009441}" dt="2024-10-24T12:15:52.772" v="403" actId="20577"/>
          <ac:spMkLst>
            <pc:docMk/>
            <pc:sldMk cId="1860146373" sldId="316"/>
            <ac:spMk id="6" creationId="{176AA7B1-07C9-B69C-3B8A-5AF0A88C0716}"/>
          </ac:spMkLst>
        </pc:spChg>
        <pc:cxnChg chg="add mod">
          <ac:chgData name="Luis Miralles" userId="699e2c5a-5018-4326-8814-50a037852b20" providerId="ADAL" clId="{FD38B7CC-5D50-3E4A-9A88-9937CA009441}" dt="2024-10-24T10:26:18.478" v="336" actId="1076"/>
          <ac:cxnSpMkLst>
            <pc:docMk/>
            <pc:sldMk cId="1860146373" sldId="316"/>
            <ac:cxnSpMk id="5" creationId="{3C238DFC-1E31-E58F-EAE4-242B93EDCCA0}"/>
          </ac:cxnSpMkLst>
        </pc:cxnChg>
      </pc:sldChg>
      <pc:sldChg chg="addSp delSp modSp mod modClrScheme chgLayout">
        <pc:chgData name="Luis Miralles" userId="699e2c5a-5018-4326-8814-50a037852b20" providerId="ADAL" clId="{FD38B7CC-5D50-3E4A-9A88-9937CA009441}" dt="2024-10-24T10:27:21.568" v="356" actId="20577"/>
        <pc:sldMkLst>
          <pc:docMk/>
          <pc:sldMk cId="2180748853" sldId="318"/>
        </pc:sldMkLst>
        <pc:spChg chg="mod ord">
          <ac:chgData name="Luis Miralles" userId="699e2c5a-5018-4326-8814-50a037852b20" providerId="ADAL" clId="{FD38B7CC-5D50-3E4A-9A88-9937CA009441}" dt="2024-10-15T12:11:28.923" v="20" actId="700"/>
          <ac:spMkLst>
            <pc:docMk/>
            <pc:sldMk cId="2180748853" sldId="318"/>
            <ac:spMk id="2" creationId="{7899BBA9-6F5E-A252-4387-F9B0A999CC0C}"/>
          </ac:spMkLst>
        </pc:spChg>
        <pc:spChg chg="mod ord">
          <ac:chgData name="Luis Miralles" userId="699e2c5a-5018-4326-8814-50a037852b20" providerId="ADAL" clId="{FD38B7CC-5D50-3E4A-9A88-9937CA009441}" dt="2024-10-15T12:11:28.923" v="20" actId="700"/>
          <ac:spMkLst>
            <pc:docMk/>
            <pc:sldMk cId="2180748853" sldId="318"/>
            <ac:spMk id="3" creationId="{74462467-8ACF-62D0-8327-BD3B8C143C59}"/>
          </ac:spMkLst>
        </pc:spChg>
        <pc:spChg chg="add mod">
          <ac:chgData name="Luis Miralles" userId="699e2c5a-5018-4326-8814-50a037852b20" providerId="ADAL" clId="{FD38B7CC-5D50-3E4A-9A88-9937CA009441}" dt="2024-10-24T10:27:21.568" v="356" actId="20577"/>
          <ac:spMkLst>
            <pc:docMk/>
            <pc:sldMk cId="2180748853" sldId="318"/>
            <ac:spMk id="5" creationId="{B9189FFD-F288-EB38-18E4-2FF6A81824A3}"/>
          </ac:spMkLst>
        </pc:spChg>
        <pc:spChg chg="add mod">
          <ac:chgData name="Luis Miralles" userId="699e2c5a-5018-4326-8814-50a037852b20" providerId="ADAL" clId="{FD38B7CC-5D50-3E4A-9A88-9937CA009441}" dt="2024-10-23T10:58:12.911" v="192" actId="404"/>
          <ac:spMkLst>
            <pc:docMk/>
            <pc:sldMk cId="2180748853" sldId="318"/>
            <ac:spMk id="6" creationId="{3F910015-D6D6-4F8F-4291-2BD5DF83934E}"/>
          </ac:spMkLst>
        </pc:spChg>
        <pc:picChg chg="add mod">
          <ac:chgData name="Luis Miralles" userId="699e2c5a-5018-4326-8814-50a037852b20" providerId="ADAL" clId="{FD38B7CC-5D50-3E4A-9A88-9937CA009441}" dt="2024-10-24T10:27:09.653" v="342" actId="208"/>
          <ac:picMkLst>
            <pc:docMk/>
            <pc:sldMk cId="2180748853" sldId="318"/>
            <ac:picMk id="1026" creationId="{D520D9A8-D2EE-0C66-B9B3-F87078EC9820}"/>
          </ac:picMkLst>
        </pc:picChg>
        <pc:cxnChg chg="add mod">
          <ac:chgData name="Luis Miralles" userId="699e2c5a-5018-4326-8814-50a037852b20" providerId="ADAL" clId="{FD38B7CC-5D50-3E4A-9A88-9937CA009441}" dt="2024-10-24T10:27:16.570" v="344" actId="1076"/>
          <ac:cxnSpMkLst>
            <pc:docMk/>
            <pc:sldMk cId="2180748853" sldId="318"/>
            <ac:cxnSpMk id="4" creationId="{24A6E032-BF3C-801C-B0D2-829417EAE5DF}"/>
          </ac:cxnSpMkLst>
        </pc:cxnChg>
      </pc:sldChg>
      <pc:sldChg chg="modSp mod">
        <pc:chgData name="Luis Miralles" userId="699e2c5a-5018-4326-8814-50a037852b20" providerId="ADAL" clId="{FD38B7CC-5D50-3E4A-9A88-9937CA009441}" dt="2024-10-23T11:04:48.682" v="261" actId="1076"/>
        <pc:sldMkLst>
          <pc:docMk/>
          <pc:sldMk cId="1726453731" sldId="319"/>
        </pc:sldMkLst>
        <pc:spChg chg="mod">
          <ac:chgData name="Luis Miralles" userId="699e2c5a-5018-4326-8814-50a037852b20" providerId="ADAL" clId="{FD38B7CC-5D50-3E4A-9A88-9937CA009441}" dt="2024-10-23T11:04:47.033" v="260" actId="14100"/>
          <ac:spMkLst>
            <pc:docMk/>
            <pc:sldMk cId="1726453731" sldId="319"/>
            <ac:spMk id="2" creationId="{4508FF65-40FE-E0BA-751F-F221D2EF3253}"/>
          </ac:spMkLst>
        </pc:spChg>
        <pc:picChg chg="mod">
          <ac:chgData name="Luis Miralles" userId="699e2c5a-5018-4326-8814-50a037852b20" providerId="ADAL" clId="{FD38B7CC-5D50-3E4A-9A88-9937CA009441}" dt="2024-10-23T11:04:48.682" v="261" actId="1076"/>
          <ac:picMkLst>
            <pc:docMk/>
            <pc:sldMk cId="1726453731" sldId="319"/>
            <ac:picMk id="7" creationId="{BD534E61-F1C1-C6D4-F95C-1BBC091B97F9}"/>
          </ac:picMkLst>
        </pc:picChg>
      </pc:sldChg>
      <pc:sldChg chg="addSp modSp mod">
        <pc:chgData name="Luis Miralles" userId="699e2c5a-5018-4326-8814-50a037852b20" providerId="ADAL" clId="{FD38B7CC-5D50-3E4A-9A88-9937CA009441}" dt="2024-10-24T10:27:49.158" v="372" actId="1076"/>
        <pc:sldMkLst>
          <pc:docMk/>
          <pc:sldMk cId="860357231" sldId="320"/>
        </pc:sldMkLst>
        <pc:spChg chg="mod">
          <ac:chgData name="Luis Miralles" userId="699e2c5a-5018-4326-8814-50a037852b20" providerId="ADAL" clId="{FD38B7CC-5D50-3E4A-9A88-9937CA009441}" dt="2024-10-15T12:12:23.708" v="33" actId="1076"/>
          <ac:spMkLst>
            <pc:docMk/>
            <pc:sldMk cId="860357231" sldId="320"/>
            <ac:spMk id="2" creationId="{1BEF3C98-1338-7B75-B59F-2DAA96C8EA94}"/>
          </ac:spMkLst>
        </pc:spChg>
        <pc:spChg chg="mod">
          <ac:chgData name="Luis Miralles" userId="699e2c5a-5018-4326-8814-50a037852b20" providerId="ADAL" clId="{FD38B7CC-5D50-3E4A-9A88-9937CA009441}" dt="2024-10-15T12:12:16.008" v="31" actId="207"/>
          <ac:spMkLst>
            <pc:docMk/>
            <pc:sldMk cId="860357231" sldId="320"/>
            <ac:spMk id="5" creationId="{6A415C2C-6B91-923C-B600-E4D1218F8C27}"/>
          </ac:spMkLst>
        </pc:spChg>
        <pc:spChg chg="add mod">
          <ac:chgData name="Luis Miralles" userId="699e2c5a-5018-4326-8814-50a037852b20" providerId="ADAL" clId="{FD38B7CC-5D50-3E4A-9A88-9937CA009441}" dt="2024-10-24T10:27:49.158" v="372" actId="1076"/>
          <ac:spMkLst>
            <pc:docMk/>
            <pc:sldMk cId="860357231" sldId="320"/>
            <ac:spMk id="6" creationId="{AAEEE0AB-7A45-E301-CA02-11A5AAEFC4F0}"/>
          </ac:spMkLst>
        </pc:spChg>
        <pc:picChg chg="mod modCrop">
          <ac:chgData name="Luis Miralles" userId="699e2c5a-5018-4326-8814-50a037852b20" providerId="ADAL" clId="{FD38B7CC-5D50-3E4A-9A88-9937CA009441}" dt="2024-10-23T10:50:22.899" v="178" actId="732"/>
          <ac:picMkLst>
            <pc:docMk/>
            <pc:sldMk cId="860357231" sldId="320"/>
            <ac:picMk id="14338" creationId="{2E37A3F1-876B-C6B5-175E-C8416056290E}"/>
          </ac:picMkLst>
        </pc:picChg>
        <pc:cxnChg chg="add mod">
          <ac:chgData name="Luis Miralles" userId="699e2c5a-5018-4326-8814-50a037852b20" providerId="ADAL" clId="{FD38B7CC-5D50-3E4A-9A88-9937CA009441}" dt="2024-10-24T10:27:45.735" v="371" actId="14100"/>
          <ac:cxnSpMkLst>
            <pc:docMk/>
            <pc:sldMk cId="860357231" sldId="320"/>
            <ac:cxnSpMk id="4" creationId="{CB6F3105-39D6-3568-D29F-0E668C37BF8C}"/>
          </ac:cxnSpMkLst>
        </pc:cxnChg>
      </pc:sldChg>
      <pc:sldChg chg="modSp mod">
        <pc:chgData name="Luis Miralles" userId="699e2c5a-5018-4326-8814-50a037852b20" providerId="ADAL" clId="{FD38B7CC-5D50-3E4A-9A88-9937CA009441}" dt="2024-10-23T11:03:54.902" v="254" actId="20577"/>
        <pc:sldMkLst>
          <pc:docMk/>
          <pc:sldMk cId="4254917953" sldId="321"/>
        </pc:sldMkLst>
        <pc:spChg chg="mod">
          <ac:chgData name="Luis Miralles" userId="699e2c5a-5018-4326-8814-50a037852b20" providerId="ADAL" clId="{FD38B7CC-5D50-3E4A-9A88-9937CA009441}" dt="2024-10-23T11:03:54.902" v="254" actId="20577"/>
          <ac:spMkLst>
            <pc:docMk/>
            <pc:sldMk cId="4254917953" sldId="321"/>
            <ac:spMk id="3" creationId="{D2F714C5-1A75-6C19-7CCF-CBCA92A761F2}"/>
          </ac:spMkLst>
        </pc:spChg>
      </pc:sldChg>
      <pc:sldChg chg="modSp mod">
        <pc:chgData name="Luis Miralles" userId="699e2c5a-5018-4326-8814-50a037852b20" providerId="ADAL" clId="{FD38B7CC-5D50-3E4A-9A88-9937CA009441}" dt="2024-10-24T12:24:17.336" v="404" actId="207"/>
        <pc:sldMkLst>
          <pc:docMk/>
          <pc:sldMk cId="277318301" sldId="322"/>
        </pc:sldMkLst>
        <pc:spChg chg="mod">
          <ac:chgData name="Luis Miralles" userId="699e2c5a-5018-4326-8814-50a037852b20" providerId="ADAL" clId="{FD38B7CC-5D50-3E4A-9A88-9937CA009441}" dt="2024-10-23T10:14:15.778" v="66" actId="1076"/>
          <ac:spMkLst>
            <pc:docMk/>
            <pc:sldMk cId="277318301" sldId="322"/>
            <ac:spMk id="2" creationId="{3597DD04-8EDB-80F8-3E1F-823455A4EF5E}"/>
          </ac:spMkLst>
        </pc:spChg>
        <pc:spChg chg="mod">
          <ac:chgData name="Luis Miralles" userId="699e2c5a-5018-4326-8814-50a037852b20" providerId="ADAL" clId="{FD38B7CC-5D50-3E4A-9A88-9937CA009441}" dt="2024-10-24T12:24:17.336" v="404" actId="207"/>
          <ac:spMkLst>
            <pc:docMk/>
            <pc:sldMk cId="277318301" sldId="322"/>
            <ac:spMk id="3" creationId="{3DC53A50-B2B4-AF62-5F0B-088E6C53E9EF}"/>
          </ac:spMkLst>
        </pc:spChg>
      </pc:sldChg>
      <pc:sldChg chg="addSp modSp mod">
        <pc:chgData name="Luis Miralles" userId="699e2c5a-5018-4326-8814-50a037852b20" providerId="ADAL" clId="{FD38B7CC-5D50-3E4A-9A88-9937CA009441}" dt="2024-10-24T10:26:32.011" v="338" actId="1076"/>
        <pc:sldMkLst>
          <pc:docMk/>
          <pc:sldMk cId="2003729191" sldId="323"/>
        </pc:sldMkLst>
        <pc:spChg chg="mod">
          <ac:chgData name="Luis Miralles" userId="699e2c5a-5018-4326-8814-50a037852b20" providerId="ADAL" clId="{FD38B7CC-5D50-3E4A-9A88-9937CA009441}" dt="2024-10-23T11:04:31.201" v="258" actId="1076"/>
          <ac:spMkLst>
            <pc:docMk/>
            <pc:sldMk cId="2003729191" sldId="323"/>
            <ac:spMk id="3" creationId="{79A037B5-F11F-F9E6-EE91-14137DA9F860}"/>
          </ac:spMkLst>
        </pc:spChg>
        <pc:spChg chg="add mod">
          <ac:chgData name="Luis Miralles" userId="699e2c5a-5018-4326-8814-50a037852b20" providerId="ADAL" clId="{FD38B7CC-5D50-3E4A-9A88-9937CA009441}" dt="2024-10-24T10:26:32.011" v="338" actId="1076"/>
          <ac:spMkLst>
            <pc:docMk/>
            <pc:sldMk cId="2003729191" sldId="323"/>
            <ac:spMk id="6" creationId="{61361FDB-F0F1-55E7-9952-9150B9912CF0}"/>
          </ac:spMkLst>
        </pc:spChg>
        <pc:cxnChg chg="add mod">
          <ac:chgData name="Luis Miralles" userId="699e2c5a-5018-4326-8814-50a037852b20" providerId="ADAL" clId="{FD38B7CC-5D50-3E4A-9A88-9937CA009441}" dt="2024-10-24T10:26:32.011" v="338" actId="1076"/>
          <ac:cxnSpMkLst>
            <pc:docMk/>
            <pc:sldMk cId="2003729191" sldId="323"/>
            <ac:cxnSpMk id="5" creationId="{0C7FEC13-D844-7722-B3CA-0913282B1778}"/>
          </ac:cxnSpMkLst>
        </pc:cxnChg>
      </pc:sldChg>
      <pc:sldChg chg="modSp mod">
        <pc:chgData name="Luis Miralles" userId="699e2c5a-5018-4326-8814-50a037852b20" providerId="ADAL" clId="{FD38B7CC-5D50-3E4A-9A88-9937CA009441}" dt="2024-10-23T11:04:24.453" v="257" actId="1076"/>
        <pc:sldMkLst>
          <pc:docMk/>
          <pc:sldMk cId="1765653531" sldId="906"/>
        </pc:sldMkLst>
        <pc:graphicFrameChg chg="mod modGraphic">
          <ac:chgData name="Luis Miralles" userId="699e2c5a-5018-4326-8814-50a037852b20" providerId="ADAL" clId="{FD38B7CC-5D50-3E4A-9A88-9937CA009441}" dt="2024-10-23T11:04:24.453" v="257" actId="1076"/>
          <ac:graphicFrameMkLst>
            <pc:docMk/>
            <pc:sldMk cId="1765653531" sldId="906"/>
            <ac:graphicFrameMk id="5" creationId="{33E2A560-F360-D2AA-C7AB-35A0132B642A}"/>
          </ac:graphicFrameMkLst>
        </pc:graphicFrameChg>
      </pc:sldChg>
      <pc:sldChg chg="addSp modSp mod">
        <pc:chgData name="Luis Miralles" userId="699e2c5a-5018-4326-8814-50a037852b20" providerId="ADAL" clId="{FD38B7CC-5D50-3E4A-9A88-9937CA009441}" dt="2024-10-24T10:28:20.669" v="391" actId="20577"/>
        <pc:sldMkLst>
          <pc:docMk/>
          <pc:sldMk cId="1643619232" sldId="907"/>
        </pc:sldMkLst>
        <pc:spChg chg="mod">
          <ac:chgData name="Luis Miralles" userId="699e2c5a-5018-4326-8814-50a037852b20" providerId="ADAL" clId="{FD38B7CC-5D50-3E4A-9A88-9937CA009441}" dt="2024-10-24T10:28:05.934" v="376" actId="1076"/>
          <ac:spMkLst>
            <pc:docMk/>
            <pc:sldMk cId="1643619232" sldId="907"/>
            <ac:spMk id="2" creationId="{79120947-FAC9-AC4D-E9FC-89B15944D231}"/>
          </ac:spMkLst>
        </pc:spChg>
        <pc:spChg chg="add mod">
          <ac:chgData name="Luis Miralles" userId="699e2c5a-5018-4326-8814-50a037852b20" providerId="ADAL" clId="{FD38B7CC-5D50-3E4A-9A88-9937CA009441}" dt="2024-10-24T10:28:20.669" v="391" actId="20577"/>
          <ac:spMkLst>
            <pc:docMk/>
            <pc:sldMk cId="1643619232" sldId="907"/>
            <ac:spMk id="6" creationId="{A2BE8121-F82D-B5AE-AD72-02E7714C9E93}"/>
          </ac:spMkLst>
        </pc:spChg>
        <pc:picChg chg="mod">
          <ac:chgData name="Luis Miralles" userId="699e2c5a-5018-4326-8814-50a037852b20" providerId="ADAL" clId="{FD38B7CC-5D50-3E4A-9A88-9937CA009441}" dt="2024-10-24T10:27:59.462" v="373" actId="1076"/>
          <ac:picMkLst>
            <pc:docMk/>
            <pc:sldMk cId="1643619232" sldId="907"/>
            <ac:picMk id="1026" creationId="{993C6ACE-1649-6230-31DF-883DE2B1E860}"/>
          </ac:picMkLst>
        </pc:picChg>
        <pc:cxnChg chg="add mod">
          <ac:chgData name="Luis Miralles" userId="699e2c5a-5018-4326-8814-50a037852b20" providerId="ADAL" clId="{FD38B7CC-5D50-3E4A-9A88-9937CA009441}" dt="2024-10-24T10:28:14.782" v="379" actId="14100"/>
          <ac:cxnSpMkLst>
            <pc:docMk/>
            <pc:sldMk cId="1643619232" sldId="907"/>
            <ac:cxnSpMk id="5" creationId="{7B8279D9-1DCF-EDA0-FB89-8E296C00855B}"/>
          </ac:cxnSpMkLst>
        </pc:cxnChg>
      </pc:sldChg>
      <pc:sldChg chg="add">
        <pc:chgData name="Luis Miralles" userId="699e2c5a-5018-4326-8814-50a037852b20" providerId="ADAL" clId="{FD38B7CC-5D50-3E4A-9A88-9937CA009441}" dt="2024-10-24T12:38:36.763" v="412"/>
        <pc:sldMkLst>
          <pc:docMk/>
          <pc:sldMk cId="3301371428" sldId="908"/>
        </pc:sldMkLst>
      </pc:sldChg>
    </pc:docChg>
  </pc:docChgLst>
  <pc:docChgLst>
    <pc:chgData name="Luis Miralles" userId="699e2c5a-5018-4326-8814-50a037852b20" providerId="ADAL" clId="{9E81AFFE-E098-474C-954B-4CB04E96A2B0}"/>
    <pc:docChg chg="modSld">
      <pc:chgData name="Luis Miralles" userId="699e2c5a-5018-4326-8814-50a037852b20" providerId="ADAL" clId="{9E81AFFE-E098-474C-954B-4CB04E96A2B0}" dt="2024-12-02T17:27:33.752" v="2" actId="20577"/>
      <pc:docMkLst>
        <pc:docMk/>
      </pc:docMkLst>
      <pc:sldChg chg="modSp mod">
        <pc:chgData name="Luis Miralles" userId="699e2c5a-5018-4326-8814-50a037852b20" providerId="ADAL" clId="{9E81AFFE-E098-474C-954B-4CB04E96A2B0}" dt="2024-12-02T17:27:33.752" v="2" actId="20577"/>
        <pc:sldMkLst>
          <pc:docMk/>
          <pc:sldMk cId="306723359" sldId="297"/>
        </pc:sldMkLst>
        <pc:spChg chg="mod">
          <ac:chgData name="Luis Miralles" userId="699e2c5a-5018-4326-8814-50a037852b20" providerId="ADAL" clId="{9E81AFFE-E098-474C-954B-4CB04E96A2B0}" dt="2024-12-02T17:27:33.752" v="2" actId="20577"/>
          <ac:spMkLst>
            <pc:docMk/>
            <pc:sldMk cId="306723359" sldId="297"/>
            <ac:spMk id="3" creationId="{E529D63C-4197-D8D3-B558-A687D30422DC}"/>
          </ac:spMkLst>
        </pc:spChg>
      </pc:sldChg>
    </pc:docChg>
  </pc:docChgLst>
  <pc:docChgLst>
    <pc:chgData name="Luis Miralles" userId="699e2c5a-5018-4326-8814-50a037852b20" providerId="ADAL" clId="{2D73A5F1-494E-9F42-89DC-0310657AAA6C}"/>
    <pc:docChg chg="custSel addSld delSld modSld sldOrd">
      <pc:chgData name="Luis Miralles" userId="699e2c5a-5018-4326-8814-50a037852b20" providerId="ADAL" clId="{2D73A5F1-494E-9F42-89DC-0310657AAA6C}" dt="2023-11-11T11:15:35.879" v="1006" actId="208"/>
      <pc:docMkLst>
        <pc:docMk/>
      </pc:docMkLst>
      <pc:sldChg chg="del">
        <pc:chgData name="Luis Miralles" userId="699e2c5a-5018-4326-8814-50a037852b20" providerId="ADAL" clId="{2D73A5F1-494E-9F42-89DC-0310657AAA6C}" dt="2023-11-06T11:08:58.517" v="111" actId="2696"/>
        <pc:sldMkLst>
          <pc:docMk/>
          <pc:sldMk cId="2410291383" sldId="286"/>
        </pc:sldMkLst>
      </pc:sldChg>
      <pc:sldChg chg="del">
        <pc:chgData name="Luis Miralles" userId="699e2c5a-5018-4326-8814-50a037852b20" providerId="ADAL" clId="{2D73A5F1-494E-9F42-89DC-0310657AAA6C}" dt="2023-11-06T11:08:57.975" v="110" actId="2696"/>
        <pc:sldMkLst>
          <pc:docMk/>
          <pc:sldMk cId="3354459251" sldId="287"/>
        </pc:sldMkLst>
      </pc:sldChg>
      <pc:sldChg chg="modSp mod">
        <pc:chgData name="Luis Miralles" userId="699e2c5a-5018-4326-8814-50a037852b20" providerId="ADAL" clId="{2D73A5F1-494E-9F42-89DC-0310657AAA6C}" dt="2023-11-06T12:47:31.689" v="308" actId="208"/>
        <pc:sldMkLst>
          <pc:docMk/>
          <pc:sldMk cId="2803242892" sldId="292"/>
        </pc:sldMkLst>
      </pc:sldChg>
      <pc:sldChg chg="modSp mod">
        <pc:chgData name="Luis Miralles" userId="699e2c5a-5018-4326-8814-50a037852b20" providerId="ADAL" clId="{2D73A5F1-494E-9F42-89DC-0310657AAA6C}" dt="2023-11-06T12:48:31.905" v="344" actId="1076"/>
        <pc:sldMkLst>
          <pc:docMk/>
          <pc:sldMk cId="1234440561" sldId="294"/>
        </pc:sldMkLst>
      </pc:sldChg>
      <pc:sldChg chg="addSp modSp mod ord">
        <pc:chgData name="Luis Miralles" userId="699e2c5a-5018-4326-8814-50a037852b20" providerId="ADAL" clId="{2D73A5F1-494E-9F42-89DC-0310657AAA6C}" dt="2023-11-06T11:08:53.013" v="109" actId="208"/>
        <pc:sldMkLst>
          <pc:docMk/>
          <pc:sldMk cId="306723359" sldId="297"/>
        </pc:sldMkLst>
      </pc:sldChg>
      <pc:sldChg chg="modSp mod">
        <pc:chgData name="Luis Miralles" userId="699e2c5a-5018-4326-8814-50a037852b20" providerId="ADAL" clId="{2D73A5F1-494E-9F42-89DC-0310657AAA6C}" dt="2023-11-06T15:52:46.433" v="379" actId="207"/>
        <pc:sldMkLst>
          <pc:docMk/>
          <pc:sldMk cId="3053077871" sldId="298"/>
        </pc:sldMkLst>
      </pc:sldChg>
      <pc:sldChg chg="modSp mod">
        <pc:chgData name="Luis Miralles" userId="699e2c5a-5018-4326-8814-50a037852b20" providerId="ADAL" clId="{2D73A5F1-494E-9F42-89DC-0310657AAA6C}" dt="2023-11-06T16:12:00.096" v="936" actId="14100"/>
        <pc:sldMkLst>
          <pc:docMk/>
          <pc:sldMk cId="1906305747" sldId="300"/>
        </pc:sldMkLst>
      </pc:sldChg>
      <pc:sldChg chg="addSp delSp modSp mod">
        <pc:chgData name="Luis Miralles" userId="699e2c5a-5018-4326-8814-50a037852b20" providerId="ADAL" clId="{2D73A5F1-494E-9F42-89DC-0310657AAA6C}" dt="2023-11-06T16:27:56.657" v="989" actId="1076"/>
        <pc:sldMkLst>
          <pc:docMk/>
          <pc:sldMk cId="1405009028" sldId="301"/>
        </pc:sldMkLst>
      </pc:sldChg>
      <pc:sldChg chg="addSp modSp mod">
        <pc:chgData name="Luis Miralles" userId="699e2c5a-5018-4326-8814-50a037852b20" providerId="ADAL" clId="{2D73A5F1-494E-9F42-89DC-0310657AAA6C}" dt="2023-11-11T11:11:07.845" v="996" actId="14100"/>
        <pc:sldMkLst>
          <pc:docMk/>
          <pc:sldMk cId="2285412127" sldId="302"/>
        </pc:sldMkLst>
      </pc:sldChg>
      <pc:sldChg chg="modSp mod">
        <pc:chgData name="Luis Miralles" userId="699e2c5a-5018-4326-8814-50a037852b20" providerId="ADAL" clId="{2D73A5F1-494E-9F42-89DC-0310657AAA6C}" dt="2023-11-06T16:32:21.318" v="990" actId="1076"/>
        <pc:sldMkLst>
          <pc:docMk/>
          <pc:sldMk cId="1885350413" sldId="306"/>
        </pc:sldMkLst>
      </pc:sldChg>
      <pc:sldChg chg="modSp">
        <pc:chgData name="Luis Miralles" userId="699e2c5a-5018-4326-8814-50a037852b20" providerId="ADAL" clId="{2D73A5F1-494E-9F42-89DC-0310657AAA6C}" dt="2023-11-06T16:32:37.784" v="991" actId="208"/>
        <pc:sldMkLst>
          <pc:docMk/>
          <pc:sldMk cId="3325881354" sldId="307"/>
        </pc:sldMkLst>
      </pc:sldChg>
      <pc:sldChg chg="modSp mod">
        <pc:chgData name="Luis Miralles" userId="699e2c5a-5018-4326-8814-50a037852b20" providerId="ADAL" clId="{2D73A5F1-494E-9F42-89DC-0310657AAA6C}" dt="2023-11-06T12:38:05.047" v="277" actId="20577"/>
        <pc:sldMkLst>
          <pc:docMk/>
          <pc:sldMk cId="1328384249" sldId="308"/>
        </pc:sldMkLst>
      </pc:sldChg>
      <pc:sldChg chg="addSp delSp modSp mod">
        <pc:chgData name="Luis Miralles" userId="699e2c5a-5018-4326-8814-50a037852b20" providerId="ADAL" clId="{2D73A5F1-494E-9F42-89DC-0310657AAA6C}" dt="2023-11-11T11:12:50.967" v="1004" actId="207"/>
        <pc:sldMkLst>
          <pc:docMk/>
          <pc:sldMk cId="2256827233" sldId="310"/>
        </pc:sldMkLst>
      </pc:sldChg>
      <pc:sldChg chg="modSp mod">
        <pc:chgData name="Luis Miralles" userId="699e2c5a-5018-4326-8814-50a037852b20" providerId="ADAL" clId="{2D73A5F1-494E-9F42-89DC-0310657AAA6C}" dt="2023-11-06T12:40:01.388" v="285" actId="20577"/>
        <pc:sldMkLst>
          <pc:docMk/>
          <pc:sldMk cId="1575024219" sldId="312"/>
        </pc:sldMkLst>
      </pc:sldChg>
      <pc:sldChg chg="modSp mod">
        <pc:chgData name="Luis Miralles" userId="699e2c5a-5018-4326-8814-50a037852b20" providerId="ADAL" clId="{2D73A5F1-494E-9F42-89DC-0310657AAA6C}" dt="2023-11-06T16:33:43.782" v="993" actId="20577"/>
        <pc:sldMkLst>
          <pc:docMk/>
          <pc:sldMk cId="2295001956" sldId="314"/>
        </pc:sldMkLst>
      </pc:sldChg>
      <pc:sldChg chg="modSp mod">
        <pc:chgData name="Luis Miralles" userId="699e2c5a-5018-4326-8814-50a037852b20" providerId="ADAL" clId="{2D73A5F1-494E-9F42-89DC-0310657AAA6C}" dt="2023-11-06T15:59:09.371" v="774" actId="20577"/>
        <pc:sldMkLst>
          <pc:docMk/>
          <pc:sldMk cId="1860146373" sldId="316"/>
        </pc:sldMkLst>
      </pc:sldChg>
      <pc:sldChg chg="modSp mod">
        <pc:chgData name="Luis Miralles" userId="699e2c5a-5018-4326-8814-50a037852b20" providerId="ADAL" clId="{2D73A5F1-494E-9F42-89DC-0310657AAA6C}" dt="2023-11-06T12:41:53.574" v="302" actId="404"/>
        <pc:sldMkLst>
          <pc:docMk/>
          <pc:sldMk cId="4212635683" sldId="317"/>
        </pc:sldMkLst>
      </pc:sldChg>
      <pc:sldChg chg="modSp mod">
        <pc:chgData name="Luis Miralles" userId="699e2c5a-5018-4326-8814-50a037852b20" providerId="ADAL" clId="{2D73A5F1-494E-9F42-89DC-0310657AAA6C}" dt="2023-11-06T12:48:00.631" v="312" actId="1076"/>
        <pc:sldMkLst>
          <pc:docMk/>
          <pc:sldMk cId="2180748853" sldId="318"/>
        </pc:sldMkLst>
      </pc:sldChg>
      <pc:sldChg chg="modSp mod">
        <pc:chgData name="Luis Miralles" userId="699e2c5a-5018-4326-8814-50a037852b20" providerId="ADAL" clId="{2D73A5F1-494E-9F42-89DC-0310657AAA6C}" dt="2023-11-11T11:15:35.879" v="1006" actId="208"/>
        <pc:sldMkLst>
          <pc:docMk/>
          <pc:sldMk cId="860357231" sldId="320"/>
        </pc:sldMkLst>
      </pc:sldChg>
      <pc:sldChg chg="modSp new mod">
        <pc:chgData name="Luis Miralles" userId="699e2c5a-5018-4326-8814-50a037852b20" providerId="ADAL" clId="{2D73A5F1-494E-9F42-89DC-0310657AAA6C}" dt="2023-11-06T16:09:05.806" v="922" actId="20577"/>
        <pc:sldMkLst>
          <pc:docMk/>
          <pc:sldMk cId="277318301" sldId="322"/>
        </pc:sldMkLst>
      </pc:sldChg>
      <pc:sldChg chg="modSp del mod">
        <pc:chgData name="Luis Miralles" userId="699e2c5a-5018-4326-8814-50a037852b20" providerId="ADAL" clId="{2D73A5F1-494E-9F42-89DC-0310657AAA6C}" dt="2023-11-06T11:08:44.480" v="108" actId="2696"/>
        <pc:sldMkLst>
          <pc:docMk/>
          <pc:sldMk cId="709751856" sldId="322"/>
        </pc:sldMkLst>
      </pc:sldChg>
      <pc:sldChg chg="add">
        <pc:chgData name="Luis Miralles" userId="699e2c5a-5018-4326-8814-50a037852b20" providerId="ADAL" clId="{2D73A5F1-494E-9F42-89DC-0310657AAA6C}" dt="2023-11-06T15:55:00.112" v="380"/>
        <pc:sldMkLst>
          <pc:docMk/>
          <pc:sldMk cId="2003729191" sldId="323"/>
        </pc:sldMkLst>
      </pc:sldChg>
      <pc:sldChg chg="modSp add mod ord">
        <pc:chgData name="Luis Miralles" userId="699e2c5a-5018-4326-8814-50a037852b20" providerId="ADAL" clId="{2D73A5F1-494E-9F42-89DC-0310657AAA6C}" dt="2023-11-06T15:59:37.127" v="790" actId="20578"/>
        <pc:sldMkLst>
          <pc:docMk/>
          <pc:sldMk cId="0" sldId="902"/>
        </pc:sldMkLst>
      </pc:sldChg>
      <pc:sldChg chg="add ord">
        <pc:chgData name="Luis Miralles" userId="699e2c5a-5018-4326-8814-50a037852b20" providerId="ADAL" clId="{2D73A5F1-494E-9F42-89DC-0310657AAA6C}" dt="2023-11-06T15:59:27.385" v="789" actId="20578"/>
        <pc:sldMkLst>
          <pc:docMk/>
          <pc:sldMk cId="0" sldId="905"/>
        </pc:sldMkLst>
      </pc:sldChg>
      <pc:sldChg chg="addSp delSp modSp new mod">
        <pc:chgData name="Luis Miralles" userId="699e2c5a-5018-4326-8814-50a037852b20" providerId="ADAL" clId="{2D73A5F1-494E-9F42-89DC-0310657AAA6C}" dt="2023-11-06T16:07:20.347" v="868" actId="1076"/>
        <pc:sldMkLst>
          <pc:docMk/>
          <pc:sldMk cId="1765653531" sldId="906"/>
        </pc:sldMkLst>
      </pc:sldChg>
      <pc:sldChg chg="addSp delSp modSp new mod">
        <pc:chgData name="Luis Miralles" userId="699e2c5a-5018-4326-8814-50a037852b20" providerId="ADAL" clId="{2D73A5F1-494E-9F42-89DC-0310657AAA6C}" dt="2023-11-06T16:38:01.542" v="994" actId="208"/>
        <pc:sldMkLst>
          <pc:docMk/>
          <pc:sldMk cId="1643619232" sldId="9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31D101-FE02-E795-4EE3-6B3F37B9EC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C3D61-E3D4-89C3-BB4F-A01897E55F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1FD8B-C127-42E1-A677-7DBB302F0765}" type="datetimeFigureOut">
              <a:rPr lang="en-IE" smtClean="0"/>
              <a:t>02/12/2024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CD473-5FD1-F8B8-7E9F-EB7E9BD197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D633F-F6F6-60E8-1E0F-503DA71BC5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F9A04-B69E-4EE9-9A07-C5FD8C140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92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00596-B5EC-404C-A3E5-7C34F07C3CB7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1F3FA-EEE6-4008-963E-F78DCEBB9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33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6B702-0B53-8849-8544-4A8347EA23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20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40aa4efb6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40aa4efb6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40aa4efb6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40aa4efb6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F180-48E0-4AA3-9DDB-28D1E815DAD5}" type="datetime1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27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8357B3-792D-45C8-A5E3-375CD2FC93EA}" type="datetime1">
              <a:rPr lang="en-GB" smtClean="0"/>
              <a:pPr/>
              <a:t>02/12/2024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66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bg>
      <p:bgPr>
        <a:solidFill>
          <a:srgbClr val="004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F8357B3-792D-45C8-A5E3-375CD2FC93EA}" type="datetime1">
              <a:rPr lang="en-GB" smtClean="0"/>
              <a:pPr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726" y="1825625"/>
            <a:ext cx="2084363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0" y="2147888"/>
            <a:ext cx="861060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86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3F90AE9-7E54-4C99-8887-D88AF3524E1B}" type="datetime1">
              <a:rPr lang="en-GB" smtClean="0"/>
              <a:pPr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78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816548"/>
            <a:ext cx="10515600" cy="122385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0AE9-7E54-4C99-8887-D88AF3524E1B}" type="datetime1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4313" y="712788"/>
            <a:ext cx="6794500" cy="4103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811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A6A6-A921-4A2A-98B6-101BBB6E441B}" type="datetime1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1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D810-C173-4B0E-912A-A0CE5E563277}" type="datetime1">
              <a:rPr lang="en-GB" smtClean="0"/>
              <a:t>02/12/2024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18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3B55-8FCA-4DA4-AC78-B3100A5B2594}" type="datetime1">
              <a:rPr lang="en-GB" smtClean="0"/>
              <a:t>02/12/2024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87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02/12/2024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 colou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02/12/2024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10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CE03-B3A4-4FF4-8428-B21A8B5011F1}" type="datetime1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73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A313-4A38-4EAD-86EB-2D8D5F57D26A}" type="datetime1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15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DD92-0689-46D4-9C2A-552C58686E68}" type="datetime1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115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9FAC4-3DA8-4863-84F7-7F33571AE90B}" type="datetime1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84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02127B0-3699-4D16-99C4-CE122436B0DA}" type="datetime1">
              <a:rPr lang="en-GB" smtClean="0"/>
              <a:pPr/>
              <a:t>02/12/2024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882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71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machine-learning" TargetMode="External"/><Relationship Id="rId2" Type="http://schemas.openxmlformats.org/officeDocument/2006/relationships/hyperlink" Target="https://www.youtube.com/watch?v=OCwZyYH14u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.cmu.edu/~mgormley/courses/10601b-f16/lectureSlides/lecture15-neural-nets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ee illustrations of Paws">
            <a:extLst>
              <a:ext uri="{FF2B5EF4-FFF2-40B4-BE49-F238E27FC236}">
                <a16:creationId xmlns:a16="http://schemas.microsoft.com/office/drawing/2014/main" id="{F8A7421B-795C-8D37-EA9A-1E5EF72B4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21" b="-1"/>
          <a:stretch/>
        </p:blipFill>
        <p:spPr bwMode="auto">
          <a:xfrm>
            <a:off x="20" y="-25911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4A811-1901-5A81-6714-0C1CDC1C6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687"/>
            <a:ext cx="12191980" cy="1386634"/>
          </a:xfr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800">
                <a:solidFill>
                  <a:schemeClr val="bg1"/>
                </a:solidFill>
              </a:rPr>
              <a:t>Overview </a:t>
            </a:r>
            <a:r>
              <a:rPr lang="en-US" sz="4800" dirty="0">
                <a:solidFill>
                  <a:schemeClr val="bg1"/>
                </a:solidFill>
              </a:rPr>
              <a:t>of the Main Supervised Classification Models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9D63C-4197-D8D3-B558-A687D3042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60" y="1907748"/>
            <a:ext cx="4632604" cy="11056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Luis Miralles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E59AF-64ED-C187-BB4A-8F03AC7E46B1}"/>
              </a:ext>
            </a:extLst>
          </p:cNvPr>
          <p:cNvSpPr txBox="1"/>
          <p:nvPr/>
        </p:nvSpPr>
        <p:spPr>
          <a:xfrm>
            <a:off x="8407400" y="3879334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Dog or cat?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7C8DC-13EB-2AA5-A64F-59134A3DB5C2}"/>
              </a:ext>
            </a:extLst>
          </p:cNvPr>
          <p:cNvSpPr txBox="1"/>
          <p:nvPr/>
        </p:nvSpPr>
        <p:spPr>
          <a:xfrm>
            <a:off x="2540000" y="3218418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Dog or cat?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11D67-86A5-6D8E-1A9C-43650F3086EB}"/>
              </a:ext>
            </a:extLst>
          </p:cNvPr>
          <p:cNvSpPr txBox="1"/>
          <p:nvPr/>
        </p:nvSpPr>
        <p:spPr>
          <a:xfrm>
            <a:off x="527211" y="4076700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Dog or cat?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28019-6158-7C77-F185-F0DA3B5DF374}"/>
              </a:ext>
            </a:extLst>
          </p:cNvPr>
          <p:cNvSpPr txBox="1"/>
          <p:nvPr/>
        </p:nvSpPr>
        <p:spPr>
          <a:xfrm>
            <a:off x="10325100" y="4920734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Dog or cat?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FCB14-0D3E-3506-BCCF-D802A9E235EC}"/>
              </a:ext>
            </a:extLst>
          </p:cNvPr>
          <p:cNvSpPr txBox="1"/>
          <p:nvPr/>
        </p:nvSpPr>
        <p:spPr>
          <a:xfrm>
            <a:off x="4678619" y="4064000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Dog or cat?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62694-5D2A-706B-1B86-6A7322088919}"/>
              </a:ext>
            </a:extLst>
          </p:cNvPr>
          <p:cNvSpPr txBox="1"/>
          <p:nvPr/>
        </p:nvSpPr>
        <p:spPr>
          <a:xfrm>
            <a:off x="7321550" y="3244334"/>
            <a:ext cx="125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Dog or cat?</a:t>
            </a:r>
          </a:p>
        </p:txBody>
      </p:sp>
      <p:pic>
        <p:nvPicPr>
          <p:cNvPr id="11" name="Picture 2" descr="TU Dublin | Technological University Dublin">
            <a:extLst>
              <a:ext uri="{FF2B5EF4-FFF2-40B4-BE49-F238E27FC236}">
                <a16:creationId xmlns:a16="http://schemas.microsoft.com/office/drawing/2014/main" id="{4B0B84C9-B955-568E-BA6B-AA6FF9513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100" y="1820425"/>
            <a:ext cx="2540000" cy="16065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2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DD04-8EDB-80F8-3E1F-823455A4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62" y="341679"/>
            <a:ext cx="10515600" cy="1325563"/>
          </a:xfrm>
        </p:spPr>
        <p:txBody>
          <a:bodyPr/>
          <a:lstStyle/>
          <a:p>
            <a:r>
              <a:rPr lang="en-IE" dirty="0"/>
              <a:t>Class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53A50-B2B4-AF62-5F0B-088E6C53E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1" y="1797905"/>
            <a:ext cx="10515600" cy="3262190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</a:pPr>
            <a:r>
              <a:rPr lang="en-IE" dirty="0">
                <a:solidFill>
                  <a:srgbClr val="FF0000"/>
                </a:solidFill>
              </a:rPr>
              <a:t>Linear regression</a:t>
            </a:r>
          </a:p>
          <a:p>
            <a:pPr>
              <a:lnSpc>
                <a:spcPct val="100000"/>
              </a:lnSpc>
            </a:pPr>
            <a:r>
              <a:rPr lang="en-IE" dirty="0"/>
              <a:t>Logistic regression</a:t>
            </a:r>
          </a:p>
          <a:p>
            <a:pPr>
              <a:lnSpc>
                <a:spcPct val="100000"/>
              </a:lnSpc>
            </a:pPr>
            <a:r>
              <a:rPr lang="en-IE" dirty="0"/>
              <a:t>K-Nearest Neighbour</a:t>
            </a:r>
          </a:p>
          <a:p>
            <a:pPr>
              <a:lnSpc>
                <a:spcPct val="100000"/>
              </a:lnSpc>
            </a:pPr>
            <a:r>
              <a:rPr lang="en-IE" dirty="0"/>
              <a:t>Support Vector Machine</a:t>
            </a:r>
          </a:p>
          <a:p>
            <a:pPr>
              <a:lnSpc>
                <a:spcPct val="100000"/>
              </a:lnSpc>
            </a:pPr>
            <a:r>
              <a:rPr lang="en-IE" dirty="0"/>
              <a:t>Naïve Bayes</a:t>
            </a:r>
          </a:p>
          <a:p>
            <a:pPr>
              <a:lnSpc>
                <a:spcPct val="100000"/>
              </a:lnSpc>
            </a:pPr>
            <a:r>
              <a:rPr lang="en-IE" dirty="0"/>
              <a:t>Decision Trees, Random Forests, and Gradient Boosting</a:t>
            </a:r>
          </a:p>
          <a:p>
            <a:pPr>
              <a:lnSpc>
                <a:spcPct val="100000"/>
              </a:lnSpc>
            </a:pPr>
            <a:r>
              <a:rPr lang="en-IE" dirty="0"/>
              <a:t>Neural Networks</a:t>
            </a:r>
          </a:p>
          <a:p>
            <a:pPr>
              <a:lnSpc>
                <a:spcPct val="100000"/>
              </a:lnSpc>
            </a:pPr>
            <a:r>
              <a:rPr lang="en-IE" dirty="0"/>
              <a:t>Deep Neural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04943-4386-627B-7BA9-06B538CB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31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FFD5-72B9-B6BC-D28C-98D3248F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43" y="273998"/>
            <a:ext cx="10515600" cy="1325563"/>
          </a:xfrm>
        </p:spPr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A721A-D488-7E9D-0124-5B71D3E74468}"/>
              </a:ext>
            </a:extLst>
          </p:cNvPr>
          <p:cNvSpPr txBox="1"/>
          <p:nvPr/>
        </p:nvSpPr>
        <p:spPr>
          <a:xfrm>
            <a:off x="749300" y="1661260"/>
            <a:ext cx="4470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This dataset contains information on users from a company's database. It includes information on the user, Gender, Age, Estimated Salary, and Purchased.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We use this dataset to predict whether a user will purchase the company’s newly launched product.</a:t>
            </a:r>
            <a:endParaRPr 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3B8E0BB2-D19C-2D3B-F673-4098A1479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410" y="555397"/>
            <a:ext cx="5190547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F3A5C-9BB4-47CA-B93F-39ED7BB31CB7}"/>
              </a:ext>
            </a:extLst>
          </p:cNvPr>
          <p:cNvSpPr txBox="1"/>
          <p:nvPr/>
        </p:nvSpPr>
        <p:spPr>
          <a:xfrm>
            <a:off x="749300" y="46498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prutor.ai</a:t>
            </a:r>
            <a:r>
              <a:rPr lang="en-US" dirty="0"/>
              <a:t>/logistic-regression-using-python/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02F99-41C1-FC71-6A92-F2DC8F7240E5}"/>
              </a:ext>
            </a:extLst>
          </p:cNvPr>
          <p:cNvSpPr txBox="1"/>
          <p:nvPr/>
        </p:nvSpPr>
        <p:spPr>
          <a:xfrm>
            <a:off x="505762" y="5418545"/>
            <a:ext cx="1118047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Examples and images taken from: https://</a:t>
            </a:r>
            <a:r>
              <a:rPr lang="en-US" sz="2000" dirty="0" err="1"/>
              <a:t>www.javatpoint.com</a:t>
            </a:r>
            <a:r>
              <a:rPr lang="en-US" sz="2000" dirty="0"/>
              <a:t>/machine-learning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2D368-6E84-ABC4-F680-1514E441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D803-404A-DA24-5B3F-1E7F4483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985F0-FF25-9B79-1B45-B93CC81C8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by step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07C16-B56D-767E-BCB7-E72C89C0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5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EB4F-8B06-D240-78B1-431FC9EC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03" y="233768"/>
            <a:ext cx="5203413" cy="1325563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7170" name="Picture 2" descr="Linear Regression in Machine Learning">
            <a:extLst>
              <a:ext uri="{FF2B5EF4-FFF2-40B4-BE49-F238E27FC236}">
                <a16:creationId xmlns:a16="http://schemas.microsoft.com/office/drawing/2014/main" id="{88C8FB56-9D96-1C76-672D-95948837E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05" y="1559331"/>
            <a:ext cx="4493985" cy="44939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275131-0996-79FD-0FD0-D5A638EEDDF7}"/>
              </a:ext>
            </a:extLst>
          </p:cNvPr>
          <p:cNvSpPr txBox="1"/>
          <p:nvPr/>
        </p:nvSpPr>
        <p:spPr>
          <a:xfrm>
            <a:off x="6610915" y="1829079"/>
            <a:ext cx="326979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y= a</a:t>
            </a:r>
            <a:r>
              <a:rPr lang="en-GB" sz="3200" baseline="-25000" dirty="0"/>
              <a:t>0</a:t>
            </a:r>
            <a:r>
              <a:rPr lang="en-GB" sz="3200" dirty="0"/>
              <a:t>+a</a:t>
            </a:r>
            <a:r>
              <a:rPr lang="en-GB" sz="3200" baseline="-25000" dirty="0"/>
              <a:t>1</a:t>
            </a:r>
            <a:r>
              <a:rPr lang="en-GB" sz="3200" dirty="0"/>
              <a:t>x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E16F1-A5DE-15DB-04F3-568261F024C8}"/>
              </a:ext>
            </a:extLst>
          </p:cNvPr>
          <p:cNvSpPr txBox="1"/>
          <p:nvPr/>
        </p:nvSpPr>
        <p:spPr>
          <a:xfrm>
            <a:off x="5755178" y="2769836"/>
            <a:ext cx="60488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Y= Dependent Variable (Target Variable)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X= Independent Variable (predictor Variable)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a</a:t>
            </a:r>
            <a:r>
              <a:rPr lang="en-GB" sz="2400" b="0" i="0" baseline="-25000" dirty="0">
                <a:solidFill>
                  <a:srgbClr val="333333"/>
                </a:solidFill>
                <a:effectLst/>
                <a:latin typeface="inter-regular"/>
              </a:rPr>
              <a:t>0</a:t>
            </a: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= Intercept of the line (Gives an additional degree of freedom)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a</a:t>
            </a:r>
            <a:r>
              <a:rPr lang="en-GB" sz="2400" b="0" i="0" baseline="-25000" dirty="0">
                <a:solidFill>
                  <a:srgbClr val="333333"/>
                </a:solidFill>
                <a:effectLst/>
                <a:latin typeface="inter-regular"/>
              </a:rPr>
              <a:t>1</a:t>
            </a:r>
            <a:r>
              <a:rPr lang="en-GB" sz="2400" b="0" i="0" dirty="0">
                <a:solidFill>
                  <a:srgbClr val="333333"/>
                </a:solidFill>
                <a:effectLst/>
                <a:latin typeface="inter-regular"/>
              </a:rPr>
              <a:t> = Linear regression coefficient (scale factor to each input value)</a:t>
            </a:r>
            <a:endParaRPr lang="en-US" sz="2400" strike="sngStrik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3BC00-C63B-0EB5-7827-B4056D98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5BBE13-A43D-ADE6-70AD-C827358997E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606716" y="888322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EAFAAF-3D48-A33D-F0AA-35714A4D38F0}"/>
              </a:ext>
            </a:extLst>
          </p:cNvPr>
          <p:cNvSpPr txBox="1"/>
          <p:nvPr/>
        </p:nvSpPr>
        <p:spPr>
          <a:xfrm>
            <a:off x="7377546" y="626712"/>
            <a:ext cx="2005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90630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2A23-395A-F99D-915A-4A4AA347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82" y="340782"/>
            <a:ext cx="10515600" cy="694748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928A2-0744-5AF0-1E84-A69A47F3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 descr="A graph of x and y lines&#10;&#10;Description automatically generated">
            <a:extLst>
              <a:ext uri="{FF2B5EF4-FFF2-40B4-BE49-F238E27FC236}">
                <a16:creationId xmlns:a16="http://schemas.microsoft.com/office/drawing/2014/main" id="{CB64A7C9-7558-1140-B5B5-68C35BCDD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03904"/>
            <a:ext cx="10198683" cy="42475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79086B-2A9A-3CA1-8ABE-ADCF6722BBEC}"/>
              </a:ext>
            </a:extLst>
          </p:cNvPr>
          <p:cNvSpPr txBox="1"/>
          <p:nvPr/>
        </p:nvSpPr>
        <p:spPr>
          <a:xfrm>
            <a:off x="6556540" y="374767"/>
            <a:ext cx="3269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y= a</a:t>
            </a:r>
            <a:r>
              <a:rPr lang="en-GB" sz="3200" baseline="-25000" dirty="0"/>
              <a:t>0</a:t>
            </a:r>
            <a:r>
              <a:rPr lang="en-GB" sz="3200" dirty="0"/>
              <a:t>+a</a:t>
            </a:r>
            <a:r>
              <a:rPr lang="en-GB" sz="3200" baseline="-25000" dirty="0"/>
              <a:t>1</a:t>
            </a:r>
            <a:r>
              <a:rPr lang="en-GB" sz="3200" dirty="0"/>
              <a:t>x</a:t>
            </a:r>
            <a:endParaRPr lang="en-US" sz="3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4AA288-D055-981F-5E0C-77E987B92E19}"/>
              </a:ext>
            </a:extLst>
          </p:cNvPr>
          <p:cNvCxnSpPr/>
          <p:nvPr/>
        </p:nvCxnSpPr>
        <p:spPr>
          <a:xfrm>
            <a:off x="2202873" y="1704109"/>
            <a:ext cx="8115300" cy="0"/>
          </a:xfrm>
          <a:prstGeom prst="straightConnector1">
            <a:avLst/>
          </a:prstGeom>
          <a:ln w="317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74432F-6FC5-494E-958D-BEAD5BD5B36C}"/>
              </a:ext>
            </a:extLst>
          </p:cNvPr>
          <p:cNvCxnSpPr>
            <a:cxnSpLocks/>
          </p:cNvCxnSpPr>
          <p:nvPr/>
        </p:nvCxnSpPr>
        <p:spPr>
          <a:xfrm>
            <a:off x="2202873" y="2199409"/>
            <a:ext cx="5379027" cy="0"/>
          </a:xfrm>
          <a:prstGeom prst="straightConnector1">
            <a:avLst/>
          </a:prstGeom>
          <a:ln w="317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38E697-A118-D618-0170-BB7671CD318F}"/>
              </a:ext>
            </a:extLst>
          </p:cNvPr>
          <p:cNvCxnSpPr>
            <a:cxnSpLocks/>
          </p:cNvCxnSpPr>
          <p:nvPr/>
        </p:nvCxnSpPr>
        <p:spPr>
          <a:xfrm>
            <a:off x="2202873" y="2656609"/>
            <a:ext cx="6141027" cy="0"/>
          </a:xfrm>
          <a:prstGeom prst="straightConnector1">
            <a:avLst/>
          </a:prstGeom>
          <a:ln w="317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679D49-DFAD-4AAE-83C5-81E5349933B7}"/>
              </a:ext>
            </a:extLst>
          </p:cNvPr>
          <p:cNvCxnSpPr>
            <a:cxnSpLocks/>
          </p:cNvCxnSpPr>
          <p:nvPr/>
        </p:nvCxnSpPr>
        <p:spPr>
          <a:xfrm>
            <a:off x="2202873" y="3075709"/>
            <a:ext cx="4057650" cy="0"/>
          </a:xfrm>
          <a:prstGeom prst="straightConnector1">
            <a:avLst/>
          </a:prstGeom>
          <a:ln w="317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A05156-586A-B914-668F-686D72F06522}"/>
              </a:ext>
            </a:extLst>
          </p:cNvPr>
          <p:cNvSpPr txBox="1"/>
          <p:nvPr/>
        </p:nvSpPr>
        <p:spPr>
          <a:xfrm>
            <a:off x="838199" y="583520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</a:t>
            </a:r>
            <a:r>
              <a:rPr lang="en-IE" dirty="0" err="1"/>
              <a:t>www.desmos.com</a:t>
            </a:r>
            <a:r>
              <a:rPr lang="en-IE" dirty="0"/>
              <a:t>/calculator</a:t>
            </a:r>
          </a:p>
        </p:txBody>
      </p:sp>
    </p:spTree>
    <p:extLst>
      <p:ext uri="{BB962C8B-B14F-4D97-AF65-F5344CB8AC3E}">
        <p14:creationId xmlns:p14="http://schemas.microsoft.com/office/powerpoint/2010/main" val="140500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9A247B-2AFD-C5E0-DD64-1C3B97BA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5199" y="266146"/>
            <a:ext cx="10023475" cy="687388"/>
          </a:xfrm>
        </p:spPr>
        <p:txBody>
          <a:bodyPr>
            <a:normAutofit fontScale="90000"/>
          </a:bodyPr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849415" y="381559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/>
          <p:nvPr/>
        </p:nvCxnSpPr>
        <p:spPr>
          <a:xfrm>
            <a:off x="853858" y="1967132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3D90DC-E998-4FB4-65BE-BF58EBD20BD9}"/>
              </a:ext>
            </a:extLst>
          </p:cNvPr>
          <p:cNvCxnSpPr>
            <a:cxnSpLocks/>
          </p:cNvCxnSpPr>
          <p:nvPr/>
        </p:nvCxnSpPr>
        <p:spPr>
          <a:xfrm>
            <a:off x="838200" y="3826412"/>
            <a:ext cx="892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854C02-124D-DD5D-1E7F-0CE087241041}"/>
              </a:ext>
            </a:extLst>
          </p:cNvPr>
          <p:cNvSpPr txBox="1"/>
          <p:nvPr/>
        </p:nvSpPr>
        <p:spPr>
          <a:xfrm>
            <a:off x="1296362" y="3121401"/>
            <a:ext cx="15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Diabetic?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862DD0-9285-203B-3323-498BBA92F064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679ED-F283-55B1-31C9-5245D3BE6B08}"/>
              </a:ext>
            </a:extLst>
          </p:cNvPr>
          <p:cNvSpPr txBox="1"/>
          <p:nvPr/>
        </p:nvSpPr>
        <p:spPr>
          <a:xfrm>
            <a:off x="4668945" y="6158950"/>
            <a:ext cx="296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Sugar level blood</a:t>
            </a:r>
          </a:p>
        </p:txBody>
      </p:sp>
    </p:spTree>
    <p:extLst>
      <p:ext uri="{BB962C8B-B14F-4D97-AF65-F5344CB8AC3E}">
        <p14:creationId xmlns:p14="http://schemas.microsoft.com/office/powerpoint/2010/main" val="228541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267F91-7E5B-F096-41FB-56D7ABBA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6659" y="256342"/>
            <a:ext cx="10023475" cy="687388"/>
          </a:xfrm>
        </p:spPr>
        <p:txBody>
          <a:bodyPr>
            <a:normAutofit fontScale="90000"/>
          </a:bodyPr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849415" y="381559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3A31ED-A6AD-7E75-953F-02B312D2C0DB}"/>
              </a:ext>
            </a:extLst>
          </p:cNvPr>
          <p:cNvCxnSpPr>
            <a:cxnSpLocks/>
          </p:cNvCxnSpPr>
          <p:nvPr/>
        </p:nvCxnSpPr>
        <p:spPr>
          <a:xfrm flipV="1">
            <a:off x="1547445" y="1184402"/>
            <a:ext cx="5903742" cy="567359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390753-3823-1DD4-5569-CDF14A5CCCDA}"/>
              </a:ext>
            </a:extLst>
          </p:cNvPr>
          <p:cNvCxnSpPr>
            <a:cxnSpLocks/>
          </p:cNvCxnSpPr>
          <p:nvPr/>
        </p:nvCxnSpPr>
        <p:spPr>
          <a:xfrm>
            <a:off x="838200" y="3826412"/>
            <a:ext cx="3818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/>
          <p:nvPr/>
        </p:nvCxnSpPr>
        <p:spPr>
          <a:xfrm>
            <a:off x="853858" y="1967132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48B2DE-6ACD-99BA-C375-F82990C22395}"/>
              </a:ext>
            </a:extLst>
          </p:cNvPr>
          <p:cNvSpPr txBox="1"/>
          <p:nvPr/>
        </p:nvSpPr>
        <p:spPr>
          <a:xfrm>
            <a:off x="1296362" y="3121401"/>
            <a:ext cx="15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Diabetic?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3D4F36-813D-0133-A8AF-766C1DCA6BAC}"/>
              </a:ext>
            </a:extLst>
          </p:cNvPr>
          <p:cNvCxnSpPr/>
          <p:nvPr/>
        </p:nvCxnSpPr>
        <p:spPr>
          <a:xfrm flipV="1">
            <a:off x="3485770" y="4994031"/>
            <a:ext cx="0" cy="938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4A7818-4901-BD99-B314-3F19FA0FC853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4970901"/>
            <a:ext cx="2647570" cy="2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2A3710-E101-085B-E825-EC1BEEB3BD1A}"/>
              </a:ext>
            </a:extLst>
          </p:cNvPr>
          <p:cNvSpPr txBox="1"/>
          <p:nvPr/>
        </p:nvSpPr>
        <p:spPr>
          <a:xfrm>
            <a:off x="1312398" y="4566905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of P4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EB35A4-ACB2-73F5-3933-743F8A915123}"/>
              </a:ext>
            </a:extLst>
          </p:cNvPr>
          <p:cNvCxnSpPr>
            <a:cxnSpLocks/>
          </p:cNvCxnSpPr>
          <p:nvPr/>
        </p:nvCxnSpPr>
        <p:spPr>
          <a:xfrm flipH="1" flipV="1">
            <a:off x="4656406" y="3826412"/>
            <a:ext cx="17727" cy="214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53601-2DAD-0050-76BD-E53CB9CCDC49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0247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33727F6-60D6-04CE-4D84-B9CA3B6C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6659" y="153295"/>
            <a:ext cx="10023475" cy="687388"/>
          </a:xfrm>
        </p:spPr>
        <p:txBody>
          <a:bodyPr>
            <a:normAutofit fontScale="90000"/>
          </a:bodyPr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849415" y="381559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3A31ED-A6AD-7E75-953F-02B312D2C0DB}"/>
              </a:ext>
            </a:extLst>
          </p:cNvPr>
          <p:cNvCxnSpPr>
            <a:cxnSpLocks/>
          </p:cNvCxnSpPr>
          <p:nvPr/>
        </p:nvCxnSpPr>
        <p:spPr>
          <a:xfrm flipV="1">
            <a:off x="1547445" y="1184402"/>
            <a:ext cx="5903742" cy="567359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390753-3823-1DD4-5569-CDF14A5CCCDA}"/>
              </a:ext>
            </a:extLst>
          </p:cNvPr>
          <p:cNvCxnSpPr>
            <a:cxnSpLocks/>
          </p:cNvCxnSpPr>
          <p:nvPr/>
        </p:nvCxnSpPr>
        <p:spPr>
          <a:xfrm>
            <a:off x="838200" y="3826412"/>
            <a:ext cx="3818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/>
          <p:nvPr/>
        </p:nvCxnSpPr>
        <p:spPr>
          <a:xfrm>
            <a:off x="853858" y="1967132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48B2DE-6ACD-99BA-C375-F82990C22395}"/>
              </a:ext>
            </a:extLst>
          </p:cNvPr>
          <p:cNvSpPr txBox="1"/>
          <p:nvPr/>
        </p:nvSpPr>
        <p:spPr>
          <a:xfrm>
            <a:off x="1296362" y="3121401"/>
            <a:ext cx="15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Diabetic?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3D4F36-813D-0133-A8AF-766C1DCA6BAC}"/>
              </a:ext>
            </a:extLst>
          </p:cNvPr>
          <p:cNvCxnSpPr/>
          <p:nvPr/>
        </p:nvCxnSpPr>
        <p:spPr>
          <a:xfrm flipV="1">
            <a:off x="3485770" y="4994031"/>
            <a:ext cx="0" cy="938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4A7818-4901-BD99-B314-3F19FA0FC853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4970901"/>
            <a:ext cx="2647570" cy="2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2A3710-E101-085B-E825-EC1BEEB3BD1A}"/>
              </a:ext>
            </a:extLst>
          </p:cNvPr>
          <p:cNvSpPr txBox="1"/>
          <p:nvPr/>
        </p:nvSpPr>
        <p:spPr>
          <a:xfrm>
            <a:off x="1312398" y="4566905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of P4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EB35A4-ACB2-73F5-3933-743F8A915123}"/>
              </a:ext>
            </a:extLst>
          </p:cNvPr>
          <p:cNvCxnSpPr>
            <a:cxnSpLocks/>
          </p:cNvCxnSpPr>
          <p:nvPr/>
        </p:nvCxnSpPr>
        <p:spPr>
          <a:xfrm flipH="1" flipV="1">
            <a:off x="4656406" y="3826412"/>
            <a:ext cx="17727" cy="214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4271E16-BAB7-7727-C8D6-9C45F7DFA8A3}"/>
              </a:ext>
            </a:extLst>
          </p:cNvPr>
          <p:cNvSpPr txBox="1"/>
          <p:nvPr/>
        </p:nvSpPr>
        <p:spPr>
          <a:xfrm>
            <a:off x="7795688" y="4323829"/>
            <a:ext cx="3682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f(x) &gt;= 0.5, then “y=1”</a:t>
            </a:r>
          </a:p>
          <a:p>
            <a:r>
              <a:rPr lang="en-US" sz="2800" dirty="0"/>
              <a:t>If f(x) &lt;= 0.5, then “y=0”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53601-2DAD-0050-76BD-E53CB9CCDC49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04117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101605-222D-B6DF-C309-74C55223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4386" y="233511"/>
            <a:ext cx="10023475" cy="687388"/>
          </a:xfrm>
        </p:spPr>
        <p:txBody>
          <a:bodyPr>
            <a:normAutofit fontScale="90000"/>
          </a:bodyPr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849415" y="381559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E91F4F-3AB1-3F79-72CD-BD63D01511CB}"/>
              </a:ext>
            </a:extLst>
          </p:cNvPr>
          <p:cNvSpPr/>
          <p:nvPr/>
        </p:nvSpPr>
        <p:spPr>
          <a:xfrm>
            <a:off x="10735413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BBD5BA-A119-C88F-2928-6D69CDD93ED9}"/>
              </a:ext>
            </a:extLst>
          </p:cNvPr>
          <p:cNvCxnSpPr>
            <a:cxnSpLocks/>
          </p:cNvCxnSpPr>
          <p:nvPr/>
        </p:nvCxnSpPr>
        <p:spPr>
          <a:xfrm flipV="1">
            <a:off x="1490815" y="1567543"/>
            <a:ext cx="10255171" cy="507240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AD44888-2A3E-30AF-95B0-A6BF1D909F85}"/>
              </a:ext>
            </a:extLst>
          </p:cNvPr>
          <p:cNvSpPr/>
          <p:nvPr/>
        </p:nvSpPr>
        <p:spPr>
          <a:xfrm rot="16200000">
            <a:off x="10802633" y="2476738"/>
            <a:ext cx="489805" cy="246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683192-6113-3493-4E38-2F0203E46136}"/>
              </a:ext>
            </a:extLst>
          </p:cNvPr>
          <p:cNvSpPr txBox="1"/>
          <p:nvPr/>
        </p:nvSpPr>
        <p:spPr>
          <a:xfrm>
            <a:off x="10701931" y="2903418"/>
            <a:ext cx="776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New</a:t>
            </a:r>
          </a:p>
          <a:p>
            <a:pPr algn="ctr"/>
            <a:r>
              <a:rPr lang="en-US" dirty="0"/>
              <a:t>point </a:t>
            </a:r>
          </a:p>
          <a:p>
            <a:pPr algn="ctr"/>
            <a:r>
              <a:rPr lang="en-US" dirty="0"/>
              <a:t>added</a:t>
            </a:r>
          </a:p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390753-3823-1DD4-5569-CDF14A5CCCDA}"/>
              </a:ext>
            </a:extLst>
          </p:cNvPr>
          <p:cNvCxnSpPr>
            <a:cxnSpLocks/>
          </p:cNvCxnSpPr>
          <p:nvPr/>
        </p:nvCxnSpPr>
        <p:spPr>
          <a:xfrm>
            <a:off x="838200" y="3826412"/>
            <a:ext cx="3818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/>
          <p:nvPr/>
        </p:nvCxnSpPr>
        <p:spPr>
          <a:xfrm>
            <a:off x="853858" y="1967132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48B2DE-6ACD-99BA-C375-F82990C22395}"/>
              </a:ext>
            </a:extLst>
          </p:cNvPr>
          <p:cNvSpPr txBox="1"/>
          <p:nvPr/>
        </p:nvSpPr>
        <p:spPr>
          <a:xfrm>
            <a:off x="1296362" y="3121401"/>
            <a:ext cx="15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Diabetic?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3D4F36-813D-0133-A8AF-766C1DCA6BAC}"/>
              </a:ext>
            </a:extLst>
          </p:cNvPr>
          <p:cNvCxnSpPr/>
          <p:nvPr/>
        </p:nvCxnSpPr>
        <p:spPr>
          <a:xfrm flipV="1">
            <a:off x="3485770" y="4994031"/>
            <a:ext cx="0" cy="938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4A7818-4901-BD99-B314-3F19FA0FC853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4970901"/>
            <a:ext cx="2647570" cy="2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2A3710-E101-085B-E825-EC1BEEB3BD1A}"/>
              </a:ext>
            </a:extLst>
          </p:cNvPr>
          <p:cNvSpPr txBox="1"/>
          <p:nvPr/>
        </p:nvSpPr>
        <p:spPr>
          <a:xfrm>
            <a:off x="1312398" y="4566905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of P4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EB35A4-ACB2-73F5-3933-743F8A915123}"/>
              </a:ext>
            </a:extLst>
          </p:cNvPr>
          <p:cNvCxnSpPr>
            <a:cxnSpLocks/>
          </p:cNvCxnSpPr>
          <p:nvPr/>
        </p:nvCxnSpPr>
        <p:spPr>
          <a:xfrm flipH="1" flipV="1">
            <a:off x="4656406" y="3826412"/>
            <a:ext cx="17727" cy="214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4271E16-BAB7-7727-C8D6-9C45F7DFA8A3}"/>
              </a:ext>
            </a:extLst>
          </p:cNvPr>
          <p:cNvSpPr txBox="1"/>
          <p:nvPr/>
        </p:nvSpPr>
        <p:spPr>
          <a:xfrm>
            <a:off x="7795688" y="4323829"/>
            <a:ext cx="3682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f(x) &gt;= 0.5, then “y=1”</a:t>
            </a:r>
          </a:p>
          <a:p>
            <a:r>
              <a:rPr lang="en-US" sz="2800" dirty="0"/>
              <a:t>If f(x) &lt;= 0.5, then “y=0”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E88CB-DE96-AE67-676E-2B631C6B3185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628C4-36BE-E418-7ECE-B0FA0E674A92}"/>
              </a:ext>
            </a:extLst>
          </p:cNvPr>
          <p:cNvCxnSpPr>
            <a:cxnSpLocks/>
          </p:cNvCxnSpPr>
          <p:nvPr/>
        </p:nvCxnSpPr>
        <p:spPr>
          <a:xfrm flipV="1">
            <a:off x="1547445" y="1184402"/>
            <a:ext cx="5903742" cy="567359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91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B9679A-8035-CFBD-1C05-9603C83A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4386" y="316649"/>
            <a:ext cx="10023475" cy="687388"/>
          </a:xfrm>
        </p:spPr>
        <p:txBody>
          <a:bodyPr>
            <a:normAutofit fontScale="90000"/>
          </a:bodyPr>
          <a:lstStyle/>
          <a:p>
            <a:r>
              <a:rPr lang="en-US"/>
              <a:t>Linear </a:t>
            </a:r>
            <a:r>
              <a:rPr lang="en-US" dirty="0"/>
              <a:t>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849415" y="381559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E91F4F-3AB1-3F79-72CD-BD63D01511CB}"/>
              </a:ext>
            </a:extLst>
          </p:cNvPr>
          <p:cNvSpPr/>
          <p:nvPr/>
        </p:nvSpPr>
        <p:spPr>
          <a:xfrm>
            <a:off x="10735413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BBD5BA-A119-C88F-2928-6D69CDD93ED9}"/>
              </a:ext>
            </a:extLst>
          </p:cNvPr>
          <p:cNvCxnSpPr>
            <a:cxnSpLocks/>
          </p:cNvCxnSpPr>
          <p:nvPr/>
        </p:nvCxnSpPr>
        <p:spPr>
          <a:xfrm flipV="1">
            <a:off x="1490815" y="1567543"/>
            <a:ext cx="10255171" cy="507240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AD44888-2A3E-30AF-95B0-A6BF1D909F85}"/>
              </a:ext>
            </a:extLst>
          </p:cNvPr>
          <p:cNvSpPr/>
          <p:nvPr/>
        </p:nvSpPr>
        <p:spPr>
          <a:xfrm rot="16200000">
            <a:off x="10802633" y="2476738"/>
            <a:ext cx="489805" cy="246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683192-6113-3493-4E38-2F0203E46136}"/>
              </a:ext>
            </a:extLst>
          </p:cNvPr>
          <p:cNvSpPr txBox="1"/>
          <p:nvPr/>
        </p:nvSpPr>
        <p:spPr>
          <a:xfrm>
            <a:off x="10701931" y="2903418"/>
            <a:ext cx="776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New</a:t>
            </a:r>
          </a:p>
          <a:p>
            <a:pPr algn="ctr"/>
            <a:r>
              <a:rPr lang="en-US" dirty="0"/>
              <a:t>point </a:t>
            </a:r>
          </a:p>
          <a:p>
            <a:pPr algn="ctr"/>
            <a:r>
              <a:rPr lang="en-US" dirty="0"/>
              <a:t>added</a:t>
            </a:r>
          </a:p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390753-3823-1DD4-5569-CDF14A5CCCDA}"/>
              </a:ext>
            </a:extLst>
          </p:cNvPr>
          <p:cNvCxnSpPr>
            <a:cxnSpLocks/>
          </p:cNvCxnSpPr>
          <p:nvPr/>
        </p:nvCxnSpPr>
        <p:spPr>
          <a:xfrm>
            <a:off x="838200" y="3826412"/>
            <a:ext cx="3818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/>
          <p:nvPr/>
        </p:nvCxnSpPr>
        <p:spPr>
          <a:xfrm>
            <a:off x="853858" y="1967132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48B2DE-6ACD-99BA-C375-F82990C22395}"/>
              </a:ext>
            </a:extLst>
          </p:cNvPr>
          <p:cNvSpPr txBox="1"/>
          <p:nvPr/>
        </p:nvSpPr>
        <p:spPr>
          <a:xfrm>
            <a:off x="1296362" y="3121401"/>
            <a:ext cx="15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Diabetic?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3D4F36-813D-0133-A8AF-766C1DCA6BAC}"/>
              </a:ext>
            </a:extLst>
          </p:cNvPr>
          <p:cNvCxnSpPr/>
          <p:nvPr/>
        </p:nvCxnSpPr>
        <p:spPr>
          <a:xfrm flipV="1">
            <a:off x="3485770" y="4994031"/>
            <a:ext cx="0" cy="938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4A7818-4901-BD99-B314-3F19FA0FC853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4970901"/>
            <a:ext cx="2647570" cy="2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2A3710-E101-085B-E825-EC1BEEB3BD1A}"/>
              </a:ext>
            </a:extLst>
          </p:cNvPr>
          <p:cNvSpPr txBox="1"/>
          <p:nvPr/>
        </p:nvSpPr>
        <p:spPr>
          <a:xfrm>
            <a:off x="1312398" y="4566905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of P4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EB35A4-ACB2-73F5-3933-743F8A915123}"/>
              </a:ext>
            </a:extLst>
          </p:cNvPr>
          <p:cNvCxnSpPr>
            <a:cxnSpLocks/>
          </p:cNvCxnSpPr>
          <p:nvPr/>
        </p:nvCxnSpPr>
        <p:spPr>
          <a:xfrm flipH="1" flipV="1">
            <a:off x="4656406" y="3826412"/>
            <a:ext cx="17727" cy="214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4271E16-BAB7-7727-C8D6-9C45F7DFA8A3}"/>
              </a:ext>
            </a:extLst>
          </p:cNvPr>
          <p:cNvSpPr txBox="1"/>
          <p:nvPr/>
        </p:nvSpPr>
        <p:spPr>
          <a:xfrm>
            <a:off x="7795688" y="4323829"/>
            <a:ext cx="3682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f(x) &gt;= 0.5, then “y=1”</a:t>
            </a:r>
          </a:p>
          <a:p>
            <a:r>
              <a:rPr lang="en-US" sz="2800" dirty="0"/>
              <a:t>If f(x) &lt;= 0.5, then “y=0”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0E8D8F-5794-470F-DA5C-F41F40CF19B7}"/>
              </a:ext>
            </a:extLst>
          </p:cNvPr>
          <p:cNvSpPr txBox="1"/>
          <p:nvPr/>
        </p:nvSpPr>
        <p:spPr>
          <a:xfrm>
            <a:off x="9115496" y="5356248"/>
            <a:ext cx="1868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problem is that f(x) can be bigger or smaller than 0.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862BAE-23B1-1F02-8DED-2FF124C49C95}"/>
              </a:ext>
            </a:extLst>
          </p:cNvPr>
          <p:cNvCxnSpPr/>
          <p:nvPr/>
        </p:nvCxnSpPr>
        <p:spPr>
          <a:xfrm>
            <a:off x="6711042" y="1885487"/>
            <a:ext cx="0" cy="2136615"/>
          </a:xfrm>
          <a:prstGeom prst="line">
            <a:avLst/>
          </a:prstGeom>
          <a:ln w="31750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563470-E980-722F-BA27-8568192A2D52}"/>
              </a:ext>
            </a:extLst>
          </p:cNvPr>
          <p:cNvCxnSpPr>
            <a:cxnSpLocks/>
          </p:cNvCxnSpPr>
          <p:nvPr/>
        </p:nvCxnSpPr>
        <p:spPr>
          <a:xfrm>
            <a:off x="1117100" y="4071089"/>
            <a:ext cx="5599738" cy="0"/>
          </a:xfrm>
          <a:prstGeom prst="line">
            <a:avLst/>
          </a:prstGeom>
          <a:ln w="31750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3EB3D30-40BE-595A-4851-F20777A9C7E0}"/>
              </a:ext>
            </a:extLst>
          </p:cNvPr>
          <p:cNvSpPr/>
          <p:nvPr/>
        </p:nvSpPr>
        <p:spPr>
          <a:xfrm rot="13504501">
            <a:off x="6839079" y="2295488"/>
            <a:ext cx="489805" cy="246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B3844-B43F-B5E2-80E1-632B47576180}"/>
              </a:ext>
            </a:extLst>
          </p:cNvPr>
          <p:cNvSpPr txBox="1"/>
          <p:nvPr/>
        </p:nvSpPr>
        <p:spPr>
          <a:xfrm>
            <a:off x="6697243" y="2630288"/>
            <a:ext cx="1816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point is now </a:t>
            </a:r>
          </a:p>
          <a:p>
            <a:pPr algn="ctr"/>
            <a:r>
              <a:rPr lang="en-US" dirty="0"/>
              <a:t>misclassified</a:t>
            </a:r>
          </a:p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8A8AD4-709E-9990-11C0-9B3944607C8C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3038420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D803-404A-DA24-5B3F-1E7F4483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985F0-FF25-9B79-1B45-B93CC81C8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by step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2ABCB-DE73-7307-37A1-575283C4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27425C-8C05-62B6-1E50-8ED534D6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C307E-7DA2-D3BF-E23C-7F3DCFBD9A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0308" y="104626"/>
            <a:ext cx="10515600" cy="1325563"/>
          </a:xfrm>
        </p:spPr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2052" name="Picture 4" descr="Sigmoid Function Explained in Less than 5 Minutes | by Gabriel Mayers |  Medium">
            <a:extLst>
              <a:ext uri="{FF2B5EF4-FFF2-40B4-BE49-F238E27FC236}">
                <a16:creationId xmlns:a16="http://schemas.microsoft.com/office/drawing/2014/main" id="{CB3C2B7D-7F1B-9CFB-1524-7210D495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53" y="2581133"/>
            <a:ext cx="7585515" cy="329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B0428A-5574-CA6C-CB60-ED7BCAEC0F35}"/>
              </a:ext>
            </a:extLst>
          </p:cNvPr>
          <p:cNvSpPr txBox="1"/>
          <p:nvPr/>
        </p:nvSpPr>
        <p:spPr>
          <a:xfrm>
            <a:off x="7581214" y="1181803"/>
            <a:ext cx="3682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f(x) &gt;= 0.5, then “y=1”</a:t>
            </a:r>
          </a:p>
          <a:p>
            <a:r>
              <a:rPr lang="en-US" sz="2800" dirty="0"/>
              <a:t>If f(x) &lt;= 0.5, then “y=0”</a:t>
            </a:r>
          </a:p>
        </p:txBody>
      </p:sp>
    </p:spTree>
    <p:extLst>
      <p:ext uri="{BB962C8B-B14F-4D97-AF65-F5344CB8AC3E}">
        <p14:creationId xmlns:p14="http://schemas.microsoft.com/office/powerpoint/2010/main" val="188535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744A5AE-BB81-6DE6-12FB-1D699F1A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299D1-3BC6-F94B-6478-DAB3D38AF1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5854" y="279398"/>
            <a:ext cx="5087028" cy="687388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D956-9BA8-C33A-8BA5-AF8A314DBA2B}"/>
              </a:ext>
            </a:extLst>
          </p:cNvPr>
          <p:cNvCxnSpPr>
            <a:cxnSpLocks/>
          </p:cNvCxnSpPr>
          <p:nvPr/>
        </p:nvCxnSpPr>
        <p:spPr>
          <a:xfrm flipV="1">
            <a:off x="1328057" y="1567543"/>
            <a:ext cx="0" cy="43651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57E6E-6A87-B9A5-144C-67823FA785D2}"/>
              </a:ext>
            </a:extLst>
          </p:cNvPr>
          <p:cNvCxnSpPr>
            <a:cxnSpLocks/>
          </p:cNvCxnSpPr>
          <p:nvPr/>
        </p:nvCxnSpPr>
        <p:spPr>
          <a:xfrm>
            <a:off x="1328057" y="5932714"/>
            <a:ext cx="7043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A60DEA-E83C-53CE-1C2F-F8828F36F317}"/>
              </a:ext>
            </a:extLst>
          </p:cNvPr>
          <p:cNvSpPr txBox="1"/>
          <p:nvPr/>
        </p:nvSpPr>
        <p:spPr>
          <a:xfrm>
            <a:off x="8500375" y="451303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 </a:t>
            </a:r>
            <a:r>
              <a:rPr lang="en-GB" sz="3200" b="0" i="0" u="none" strike="noStrike" dirty="0">
                <a:solidFill>
                  <a:srgbClr val="222222"/>
                </a:solidFill>
                <a:effectLst/>
                <a:latin typeface="STIXGeneral-Regular"/>
              </a:rPr>
              <a:t>∈ </a:t>
            </a:r>
            <a:r>
              <a:rPr lang="en-US" sz="3200" dirty="0"/>
              <a:t>{0,1}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E41F0-69C6-6097-17A0-0D26DF918DF4}"/>
              </a:ext>
            </a:extLst>
          </p:cNvPr>
          <p:cNvCxnSpPr/>
          <p:nvPr/>
        </p:nvCxnSpPr>
        <p:spPr>
          <a:xfrm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F467C-6D08-2076-9EE6-F1D1D1F84139}"/>
              </a:ext>
            </a:extLst>
          </p:cNvPr>
          <p:cNvCxnSpPr/>
          <p:nvPr/>
        </p:nvCxnSpPr>
        <p:spPr>
          <a:xfrm flipV="1">
            <a:off x="1547446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F2D702-4E07-4EC9-F1B9-0BB3EB785E18}"/>
              </a:ext>
            </a:extLst>
          </p:cNvPr>
          <p:cNvCxnSpPr/>
          <p:nvPr/>
        </p:nvCxnSpPr>
        <p:spPr>
          <a:xfrm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9B53A-30CA-FB90-BFF4-699429AAE9F7}"/>
              </a:ext>
            </a:extLst>
          </p:cNvPr>
          <p:cNvCxnSpPr/>
          <p:nvPr/>
        </p:nvCxnSpPr>
        <p:spPr>
          <a:xfrm flipV="1">
            <a:off x="2132594" y="5721698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0FAC7-5A8C-A58E-57B9-0BCD22A95568}"/>
              </a:ext>
            </a:extLst>
          </p:cNvPr>
          <p:cNvCxnSpPr/>
          <p:nvPr/>
        </p:nvCxnSpPr>
        <p:spPr>
          <a:xfrm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F7CD6-417C-C358-12D0-32B03A30004D}"/>
              </a:ext>
            </a:extLst>
          </p:cNvPr>
          <p:cNvCxnSpPr/>
          <p:nvPr/>
        </p:nvCxnSpPr>
        <p:spPr>
          <a:xfrm flipV="1">
            <a:off x="2717742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0529E8-7DC2-14EF-6382-18742874FF3C}"/>
              </a:ext>
            </a:extLst>
          </p:cNvPr>
          <p:cNvCxnSpPr/>
          <p:nvPr/>
        </p:nvCxnSpPr>
        <p:spPr>
          <a:xfrm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EFEC5-F697-2339-F512-BEF674EA8250}"/>
              </a:ext>
            </a:extLst>
          </p:cNvPr>
          <p:cNvCxnSpPr/>
          <p:nvPr/>
        </p:nvCxnSpPr>
        <p:spPr>
          <a:xfrm flipV="1">
            <a:off x="3302890" y="5714664"/>
            <a:ext cx="365760" cy="436099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C8B6E1B-8621-E813-10B1-E65679B44FCA}"/>
              </a:ext>
            </a:extLst>
          </p:cNvPr>
          <p:cNvSpPr/>
          <p:nvPr/>
        </p:nvSpPr>
        <p:spPr>
          <a:xfrm>
            <a:off x="5746654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4434B3-BD42-9F12-5895-D0648AED4558}"/>
              </a:ext>
            </a:extLst>
          </p:cNvPr>
          <p:cNvSpPr/>
          <p:nvPr/>
        </p:nvSpPr>
        <p:spPr>
          <a:xfrm>
            <a:off x="5047961" y="1716478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DD583D-132E-0AA6-B4C7-E04A98B0E258}"/>
              </a:ext>
            </a:extLst>
          </p:cNvPr>
          <p:cNvSpPr/>
          <p:nvPr/>
        </p:nvSpPr>
        <p:spPr>
          <a:xfrm>
            <a:off x="6445347" y="1702411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56BC0F-2B10-1903-A52D-E1E31FD85507}"/>
              </a:ext>
            </a:extLst>
          </p:cNvPr>
          <p:cNvSpPr/>
          <p:nvPr/>
        </p:nvSpPr>
        <p:spPr>
          <a:xfrm>
            <a:off x="7181556" y="1696769"/>
            <a:ext cx="539262" cy="489804"/>
          </a:xfrm>
          <a:prstGeom prst="ellipse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3A31ED-A6AD-7E75-953F-02B312D2C0DB}"/>
              </a:ext>
            </a:extLst>
          </p:cNvPr>
          <p:cNvCxnSpPr>
            <a:cxnSpLocks/>
          </p:cNvCxnSpPr>
          <p:nvPr/>
        </p:nvCxnSpPr>
        <p:spPr>
          <a:xfrm flipV="1">
            <a:off x="1547445" y="1184402"/>
            <a:ext cx="5903742" cy="567359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1CA2E14-93DE-8C98-78BE-5856574E74AD}"/>
              </a:ext>
            </a:extLst>
          </p:cNvPr>
          <p:cNvSpPr txBox="1"/>
          <p:nvPr/>
        </p:nvSpPr>
        <p:spPr>
          <a:xfrm>
            <a:off x="4196970" y="1651257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20457E-0221-392A-5E7F-8118227C44C8}"/>
              </a:ext>
            </a:extLst>
          </p:cNvPr>
          <p:cNvSpPr txBox="1"/>
          <p:nvPr/>
        </p:nvSpPr>
        <p:spPr>
          <a:xfrm>
            <a:off x="3844408" y="586280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245383-6DEA-6ECA-F504-C1DB88E90E83}"/>
              </a:ext>
            </a:extLst>
          </p:cNvPr>
          <p:cNvCxnSpPr>
            <a:cxnSpLocks/>
          </p:cNvCxnSpPr>
          <p:nvPr/>
        </p:nvCxnSpPr>
        <p:spPr>
          <a:xfrm flipV="1">
            <a:off x="853858" y="1912867"/>
            <a:ext cx="8845309" cy="54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2923F3-944B-5F2C-930A-F3EB2B31090D}"/>
              </a:ext>
            </a:extLst>
          </p:cNvPr>
          <p:cNvCxnSpPr/>
          <p:nvPr/>
        </p:nvCxnSpPr>
        <p:spPr>
          <a:xfrm>
            <a:off x="781929" y="5932713"/>
            <a:ext cx="94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4F694D-B3A6-32F2-E15A-854D100A10E5}"/>
              </a:ext>
            </a:extLst>
          </p:cNvPr>
          <p:cNvSpPr txBox="1"/>
          <p:nvPr/>
        </p:nvSpPr>
        <p:spPr>
          <a:xfrm>
            <a:off x="2048691" y="623194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F22D4-EAAE-9F2D-E29C-934E54F7CDD8}"/>
              </a:ext>
            </a:extLst>
          </p:cNvPr>
          <p:cNvSpPr txBox="1"/>
          <p:nvPr/>
        </p:nvSpPr>
        <p:spPr>
          <a:xfrm>
            <a:off x="2624294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03449-9CD9-C2CB-7AF3-D48672646220}"/>
              </a:ext>
            </a:extLst>
          </p:cNvPr>
          <p:cNvSpPr txBox="1"/>
          <p:nvPr/>
        </p:nvSpPr>
        <p:spPr>
          <a:xfrm>
            <a:off x="3246589" y="6201357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2FF90-683D-9CF1-E592-B2558F8328C2}"/>
              </a:ext>
            </a:extLst>
          </p:cNvPr>
          <p:cNvSpPr txBox="1"/>
          <p:nvPr/>
        </p:nvSpPr>
        <p:spPr>
          <a:xfrm>
            <a:off x="1391443" y="6215260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C1E123-4223-49A0-A10D-AD5FE128DC1B}"/>
              </a:ext>
            </a:extLst>
          </p:cNvPr>
          <p:cNvSpPr txBox="1"/>
          <p:nvPr/>
        </p:nvSpPr>
        <p:spPr>
          <a:xfrm>
            <a:off x="5032069" y="1272679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AD05-49D4-0501-CE23-9317E8B6BA7B}"/>
              </a:ext>
            </a:extLst>
          </p:cNvPr>
          <p:cNvSpPr txBox="1"/>
          <p:nvPr/>
        </p:nvSpPr>
        <p:spPr>
          <a:xfrm>
            <a:off x="5768360" y="1273923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72DE3-743B-7A89-6945-98D887BD0013}"/>
              </a:ext>
            </a:extLst>
          </p:cNvPr>
          <p:cNvSpPr txBox="1"/>
          <p:nvPr/>
        </p:nvSpPr>
        <p:spPr>
          <a:xfrm>
            <a:off x="6445347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8F646-A1D1-0E93-2008-A757E8B3D7DB}"/>
              </a:ext>
            </a:extLst>
          </p:cNvPr>
          <p:cNvSpPr txBox="1"/>
          <p:nvPr/>
        </p:nvSpPr>
        <p:spPr>
          <a:xfrm>
            <a:off x="7358494" y="1281925"/>
            <a:ext cx="55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baseline="-25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8E05D-0A00-778A-9FF2-B0D099DF3B2D}"/>
              </a:ext>
            </a:extLst>
          </p:cNvPr>
          <p:cNvSpPr txBox="1"/>
          <p:nvPr/>
        </p:nvSpPr>
        <p:spPr>
          <a:xfrm>
            <a:off x="394578" y="16686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DB90F-C4CF-B285-D5B3-7F053467C583}"/>
              </a:ext>
            </a:extLst>
          </p:cNvPr>
          <p:cNvSpPr txBox="1"/>
          <p:nvPr/>
        </p:nvSpPr>
        <p:spPr>
          <a:xfrm>
            <a:off x="432653" y="56011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53601-2DAD-0050-76BD-E53CB9CCDC49}"/>
              </a:ext>
            </a:extLst>
          </p:cNvPr>
          <p:cNvSpPr txBox="1"/>
          <p:nvPr/>
        </p:nvSpPr>
        <p:spPr>
          <a:xfrm>
            <a:off x="224386" y="3517556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9F61F85B-3466-ACC3-956A-CFCDD834D330}"/>
              </a:ext>
            </a:extLst>
          </p:cNvPr>
          <p:cNvSpPr/>
          <p:nvPr/>
        </p:nvSpPr>
        <p:spPr>
          <a:xfrm>
            <a:off x="1338943" y="1969378"/>
            <a:ext cx="8281229" cy="3986467"/>
          </a:xfrm>
          <a:custGeom>
            <a:avLst/>
            <a:gdLst>
              <a:gd name="connsiteX0" fmla="*/ 0 w 8281229"/>
              <a:gd name="connsiteY0" fmla="*/ 3941565 h 3986467"/>
              <a:gd name="connsiteX1" fmla="*/ 1420586 w 8281229"/>
              <a:gd name="connsiteY1" fmla="*/ 3859922 h 3986467"/>
              <a:gd name="connsiteX2" fmla="*/ 2563586 w 8281229"/>
              <a:gd name="connsiteY2" fmla="*/ 3827265 h 3986467"/>
              <a:gd name="connsiteX3" fmla="*/ 3461657 w 8281229"/>
              <a:gd name="connsiteY3" fmla="*/ 1769865 h 3986467"/>
              <a:gd name="connsiteX4" fmla="*/ 3706586 w 8281229"/>
              <a:gd name="connsiteY4" fmla="*/ 659522 h 3986467"/>
              <a:gd name="connsiteX5" fmla="*/ 4588328 w 8281229"/>
              <a:gd name="connsiteY5" fmla="*/ 71693 h 3986467"/>
              <a:gd name="connsiteX6" fmla="*/ 6662057 w 8281229"/>
              <a:gd name="connsiteY6" fmla="*/ 6379 h 3986467"/>
              <a:gd name="connsiteX7" fmla="*/ 8213271 w 8281229"/>
              <a:gd name="connsiteY7" fmla="*/ 39036 h 3986467"/>
              <a:gd name="connsiteX8" fmla="*/ 8213271 w 8281229"/>
              <a:gd name="connsiteY8" fmla="*/ 39036 h 3986467"/>
              <a:gd name="connsiteX9" fmla="*/ 8278586 w 8281229"/>
              <a:gd name="connsiteY9" fmla="*/ 153336 h 3986467"/>
              <a:gd name="connsiteX10" fmla="*/ 8262257 w 8281229"/>
              <a:gd name="connsiteY10" fmla="*/ 71693 h 39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1229" h="3986467">
                <a:moveTo>
                  <a:pt x="0" y="3941565"/>
                </a:moveTo>
                <a:lnTo>
                  <a:pt x="1420586" y="3859922"/>
                </a:lnTo>
                <a:cubicBezTo>
                  <a:pt x="1847850" y="3840872"/>
                  <a:pt x="2223407" y="4175608"/>
                  <a:pt x="2563586" y="3827265"/>
                </a:cubicBezTo>
                <a:cubicBezTo>
                  <a:pt x="2903765" y="3478922"/>
                  <a:pt x="3271157" y="2297822"/>
                  <a:pt x="3461657" y="1769865"/>
                </a:cubicBezTo>
                <a:cubicBezTo>
                  <a:pt x="3652157" y="1241908"/>
                  <a:pt x="3518808" y="942551"/>
                  <a:pt x="3706586" y="659522"/>
                </a:cubicBezTo>
                <a:cubicBezTo>
                  <a:pt x="3894364" y="376493"/>
                  <a:pt x="4095750" y="180550"/>
                  <a:pt x="4588328" y="71693"/>
                </a:cubicBezTo>
                <a:cubicBezTo>
                  <a:pt x="5080907" y="-37164"/>
                  <a:pt x="6057900" y="11822"/>
                  <a:pt x="6662057" y="6379"/>
                </a:cubicBezTo>
                <a:cubicBezTo>
                  <a:pt x="7266214" y="936"/>
                  <a:pt x="8213271" y="39036"/>
                  <a:pt x="8213271" y="39036"/>
                </a:cubicBezTo>
                <a:lnTo>
                  <a:pt x="8213271" y="39036"/>
                </a:lnTo>
                <a:cubicBezTo>
                  <a:pt x="8224157" y="58086"/>
                  <a:pt x="8270422" y="147893"/>
                  <a:pt x="8278586" y="153336"/>
                </a:cubicBezTo>
                <a:cubicBezTo>
                  <a:pt x="8286750" y="158779"/>
                  <a:pt x="8274503" y="115236"/>
                  <a:pt x="8262257" y="71693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428D0F8-B2CE-2007-43D1-2A379A9F7007}"/>
              </a:ext>
            </a:extLst>
          </p:cNvPr>
          <p:cNvCxnSpPr>
            <a:cxnSpLocks/>
          </p:cNvCxnSpPr>
          <p:nvPr/>
        </p:nvCxnSpPr>
        <p:spPr>
          <a:xfrm flipV="1">
            <a:off x="894937" y="3713686"/>
            <a:ext cx="8845309" cy="54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856151-AC59-6B49-3B65-F07D18AFB98A}"/>
              </a:ext>
            </a:extLst>
          </p:cNvPr>
          <p:cNvCxnSpPr>
            <a:cxnSpLocks/>
          </p:cNvCxnSpPr>
          <p:nvPr/>
        </p:nvCxnSpPr>
        <p:spPr>
          <a:xfrm flipV="1">
            <a:off x="5473552" y="577477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1CE1FE-BBAD-29EA-8CFA-3DF42491D6CA}"/>
              </a:ext>
            </a:extLst>
          </p:cNvPr>
          <p:cNvSpPr txBox="1"/>
          <p:nvPr/>
        </p:nvSpPr>
        <p:spPr>
          <a:xfrm>
            <a:off x="7244382" y="315867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72029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C48ADD3-CAD1-0020-9799-FB5F5A3D5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0" y="783773"/>
            <a:ext cx="6768317" cy="51271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64A30E-3808-CD9C-BB64-7A7A38F918FE}"/>
              </a:ext>
            </a:extLst>
          </p:cNvPr>
          <p:cNvCxnSpPr/>
          <p:nvPr/>
        </p:nvCxnSpPr>
        <p:spPr>
          <a:xfrm flipV="1">
            <a:off x="740228" y="726621"/>
            <a:ext cx="5731328" cy="5404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70CB6-0D22-4A49-305B-9705FBF06AE9}"/>
              </a:ext>
            </a:extLst>
          </p:cNvPr>
          <p:cNvCxnSpPr/>
          <p:nvPr/>
        </p:nvCxnSpPr>
        <p:spPr>
          <a:xfrm flipV="1">
            <a:off x="576942" y="1053193"/>
            <a:ext cx="6155871" cy="4620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0664A8-0578-668F-977B-3CB5547151E6}"/>
              </a:ext>
            </a:extLst>
          </p:cNvPr>
          <p:cNvCxnSpPr/>
          <p:nvPr/>
        </p:nvCxnSpPr>
        <p:spPr>
          <a:xfrm flipV="1">
            <a:off x="462642" y="1298121"/>
            <a:ext cx="6613071" cy="3788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30606D-34A2-B299-9EDB-29E83B95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ED135-C7CB-3F48-EEC9-710FD34591C6}"/>
              </a:ext>
            </a:extLst>
          </p:cNvPr>
          <p:cNvSpPr txBox="1"/>
          <p:nvPr/>
        </p:nvSpPr>
        <p:spPr>
          <a:xfrm>
            <a:off x="7802459" y="3827918"/>
            <a:ext cx="41065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Arial" panose="020B0604020202020204" pitchFamily="34" charset="0"/>
              </a:rPr>
              <a:t>The least squares method calculates the coefficients of the regression lines to obtain the one that is closest, on average, to all the points.</a:t>
            </a:r>
            <a:endParaRPr lang="en-US" sz="2400" dirty="0"/>
          </a:p>
        </p:txBody>
      </p:sp>
      <p:sp>
        <p:nvSpPr>
          <p:cNvPr id="6" name="AutoShape 2" descr="Least Squares Regression">
            <a:extLst>
              <a:ext uri="{FF2B5EF4-FFF2-40B4-BE49-F238E27FC236}">
                <a16:creationId xmlns:a16="http://schemas.microsoft.com/office/drawing/2014/main" id="{27D9C261-D9BE-95B3-5846-6A7E16CF0B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2AFE7D6-C65B-F9E9-43B0-4249A1068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6722" y="996450"/>
            <a:ext cx="2890157" cy="27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1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1DB7-8416-9F1F-C2D4-055CFACC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785" y="288776"/>
            <a:ext cx="6237742" cy="1325563"/>
          </a:xfrm>
        </p:spPr>
        <p:txBody>
          <a:bodyPr>
            <a:normAutofit/>
          </a:bodyPr>
          <a:lstStyle/>
          <a:p>
            <a:r>
              <a:rPr lang="en-GB" sz="3600" dirty="0"/>
              <a:t>K-Nearest Neighbour (KNN)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B513-37E4-2F06-F410-2D425957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95" y="1614339"/>
            <a:ext cx="10515600" cy="2712921"/>
          </a:xfrm>
        </p:spPr>
        <p:txBody>
          <a:bodyPr/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K-Nearest Neighbour is one of the simplest Machine Learning algorithms based on the Supervised Learning technique.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K-NN algorithm assumes that the new case/data is similar to the available cases and assigns the latest case to the most similar category.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DB651-C6D5-60F4-1E80-BF83B125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16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FD4255-2579-23DC-DD6A-9ADEDEDA1C44}"/>
              </a:ext>
            </a:extLst>
          </p:cNvPr>
          <p:cNvCxnSpPr>
            <a:cxnSpLocks/>
          </p:cNvCxnSpPr>
          <p:nvPr/>
        </p:nvCxnSpPr>
        <p:spPr>
          <a:xfrm flipV="1">
            <a:off x="6712527" y="887043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50480F-707E-D8E6-31DF-F9E2D890D918}"/>
              </a:ext>
            </a:extLst>
          </p:cNvPr>
          <p:cNvSpPr txBox="1"/>
          <p:nvPr/>
        </p:nvSpPr>
        <p:spPr>
          <a:xfrm>
            <a:off x="8483357" y="625433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28384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K-Nearest Neighbor(KNN) Algorithm for Machine Learning">
            <a:extLst>
              <a:ext uri="{FF2B5EF4-FFF2-40B4-BE49-F238E27FC236}">
                <a16:creationId xmlns:a16="http://schemas.microsoft.com/office/drawing/2014/main" id="{8425C9E9-ABB3-6196-5280-F1B2D152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655" y="1690688"/>
            <a:ext cx="7776689" cy="427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34B328-5F10-9539-445A-B01D282E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K-Nearest Neighbor</a:t>
            </a:r>
            <a:r>
              <a:rPr lang="en-GB" dirty="0"/>
              <a:t>(</a:t>
            </a:r>
            <a:r>
              <a:rPr lang="en-GB"/>
              <a:t>KNN)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83311-9480-11B7-F821-2C37DC5E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81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B38D5-AF9D-AAB8-741A-B7BAA4EE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K-Nearest Neighbor</a:t>
            </a:r>
            <a:r>
              <a:rPr lang="en-GB" dirty="0"/>
              <a:t>(</a:t>
            </a:r>
            <a:r>
              <a:rPr lang="en-GB"/>
              <a:t>KNN)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A5580-48CC-FE53-9BA8-D6BF89B3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18</a:t>
            </a:fld>
            <a:endParaRPr lang="en-US"/>
          </a:p>
        </p:txBody>
      </p:sp>
      <p:pic>
        <p:nvPicPr>
          <p:cNvPr id="1026" name="Picture 2" descr="MachineLearning — KNN using scikit-learn | by Sanjay.M | Towards Data  Science">
            <a:extLst>
              <a:ext uri="{FF2B5EF4-FFF2-40B4-BE49-F238E27FC236}">
                <a16:creationId xmlns:a16="http://schemas.microsoft.com/office/drawing/2014/main" id="{D024D67B-415C-98A3-03A3-C287CAC62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497" y="1838158"/>
            <a:ext cx="7454900" cy="3759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F6C4D6-443B-26F0-940B-4E41AF097030}"/>
              </a:ext>
            </a:extLst>
          </p:cNvPr>
          <p:cNvSpPr txBox="1"/>
          <p:nvPr/>
        </p:nvSpPr>
        <p:spPr>
          <a:xfrm>
            <a:off x="379071" y="6359688"/>
            <a:ext cx="9603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solidFill>
                  <a:schemeClr val="bg1"/>
                </a:solidFill>
              </a:rPr>
              <a:t>https://</a:t>
            </a:r>
            <a:r>
              <a:rPr lang="en-IE" dirty="0" err="1">
                <a:solidFill>
                  <a:schemeClr val="bg1"/>
                </a:solidFill>
              </a:rPr>
              <a:t>towardsdatascience.com</a:t>
            </a:r>
            <a:r>
              <a:rPr lang="en-IE" dirty="0">
                <a:solidFill>
                  <a:schemeClr val="bg1"/>
                </a:solidFill>
              </a:rPr>
              <a:t>/knn-using-scikit-learn-c6bed765be75?gi=a3139f42dda6</a:t>
            </a:r>
          </a:p>
        </p:txBody>
      </p:sp>
    </p:spTree>
    <p:extLst>
      <p:ext uri="{BB962C8B-B14F-4D97-AF65-F5344CB8AC3E}">
        <p14:creationId xmlns:p14="http://schemas.microsoft.com/office/powerpoint/2010/main" val="2256827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5254-8834-327B-3DD0-A1131E13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K-Nearest Neighbor</a:t>
            </a:r>
            <a:r>
              <a:rPr lang="en-GB" dirty="0"/>
              <a:t>(KNN)</a:t>
            </a:r>
            <a:br>
              <a:rPr lang="en-GB"/>
            </a:br>
            <a:endParaRPr lang="en-US" dirty="0"/>
          </a:p>
        </p:txBody>
      </p:sp>
      <p:pic>
        <p:nvPicPr>
          <p:cNvPr id="6146" name="Picture 2" descr="K-Nearest Neighbor(KNN) Algorithm for Machine Learning">
            <a:extLst>
              <a:ext uri="{FF2B5EF4-FFF2-40B4-BE49-F238E27FC236}">
                <a16:creationId xmlns:a16="http://schemas.microsoft.com/office/drawing/2014/main" id="{E6A56F37-4156-9E86-2021-D5B89D441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6661"/>
            <a:ext cx="5145314" cy="411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K-Nearest Neighbor(KNN) Algorithm for Machine Learning">
            <a:extLst>
              <a:ext uri="{FF2B5EF4-FFF2-40B4-BE49-F238E27FC236}">
                <a16:creationId xmlns:a16="http://schemas.microsoft.com/office/drawing/2014/main" id="{41A94A01-2ED9-4E5B-5E97-B50D4F96D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83" y="2146661"/>
            <a:ext cx="5145313" cy="411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68DB5-95F6-C340-587A-F804B46C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28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596E8-6812-DE79-D920-FED9529BB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98" y="288776"/>
            <a:ext cx="6145558" cy="1325563"/>
          </a:xfrm>
        </p:spPr>
        <p:txBody>
          <a:bodyPr>
            <a:normAutofit/>
          </a:bodyPr>
          <a:lstStyle/>
          <a:p>
            <a:r>
              <a:rPr lang="en-GB" sz="4000" dirty="0"/>
              <a:t>Support Vector Machine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4BAAF-3FCE-972C-55E9-FB7D32E3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5" y="1614339"/>
            <a:ext cx="10515600" cy="397242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The SVM algorithm aims </a:t>
            </a:r>
            <a:r>
              <a:rPr lang="en-GB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to create the best line or decision boundary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 to segregate n-dimensional space </a:t>
            </a:r>
            <a:r>
              <a:rPr lang="en-GB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into classes 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and quickly place the new data point in the correct category. This best decision boundary is called a hyperplane.</a:t>
            </a:r>
          </a:p>
          <a:p>
            <a:pPr>
              <a:lnSpc>
                <a:spcPct val="11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SVM chooses the extreme points/vectors 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that </a:t>
            </a:r>
            <a:r>
              <a:rPr lang="en-GB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help create the hyperplane. These extreme cases are called support vectors; hence, th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e algorithm is termed a Support Vector Machine.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582F0-F79C-817C-28FC-9C6CD035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855F3F-7762-C9A2-19A0-8F743D2239C1}"/>
              </a:ext>
            </a:extLst>
          </p:cNvPr>
          <p:cNvCxnSpPr>
            <a:cxnSpLocks/>
          </p:cNvCxnSpPr>
          <p:nvPr/>
        </p:nvCxnSpPr>
        <p:spPr>
          <a:xfrm flipV="1">
            <a:off x="6304825" y="951558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12F4D91-35B1-D067-5240-AF4D8109B400}"/>
              </a:ext>
            </a:extLst>
          </p:cNvPr>
          <p:cNvSpPr txBox="1"/>
          <p:nvPr/>
        </p:nvSpPr>
        <p:spPr>
          <a:xfrm>
            <a:off x="8075655" y="689948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575024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BE3DF-8B75-E105-A73A-33CE3BDF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2031" y="212725"/>
            <a:ext cx="10515600" cy="1325563"/>
          </a:xfrm>
        </p:spPr>
        <p:txBody>
          <a:bodyPr/>
          <a:lstStyle/>
          <a:p>
            <a:r>
              <a:rPr lang="en-GB" dirty="0"/>
              <a:t>Support Vector </a:t>
            </a:r>
            <a:r>
              <a:rPr lang="en-GB"/>
              <a:t>Machine Algorithm</a:t>
            </a:r>
            <a:endParaRPr lang="en-US" dirty="0"/>
          </a:p>
        </p:txBody>
      </p:sp>
      <p:pic>
        <p:nvPicPr>
          <p:cNvPr id="9218" name="Picture 2" descr="Support Vector Machine Algorithm">
            <a:extLst>
              <a:ext uri="{FF2B5EF4-FFF2-40B4-BE49-F238E27FC236}">
                <a16:creationId xmlns:a16="http://schemas.microsoft.com/office/drawing/2014/main" id="{C2EBF4EF-B995-1061-9056-2CE5FC520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300" y="2057400"/>
            <a:ext cx="6272214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58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BDE76-3861-05BA-27C7-8A2A51DC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1015" y="153228"/>
            <a:ext cx="10515600" cy="1325563"/>
          </a:xfrm>
        </p:spPr>
        <p:txBody>
          <a:bodyPr/>
          <a:lstStyle/>
          <a:p>
            <a:r>
              <a:rPr lang="en-GB" dirty="0"/>
              <a:t>Support Vector </a:t>
            </a:r>
            <a:r>
              <a:rPr lang="en-GB"/>
              <a:t>Machine Algorithm</a:t>
            </a:r>
            <a:endParaRPr lang="en-US" dirty="0"/>
          </a:p>
        </p:txBody>
      </p:sp>
      <p:pic>
        <p:nvPicPr>
          <p:cNvPr id="10242" name="Picture 2" descr="Support Vector Machine Algorithm">
            <a:extLst>
              <a:ext uri="{FF2B5EF4-FFF2-40B4-BE49-F238E27FC236}">
                <a16:creationId xmlns:a16="http://schemas.microsoft.com/office/drawing/2014/main" id="{89C4A991-B030-EAC1-63E0-0986D1987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1" y="1948364"/>
            <a:ext cx="5092700" cy="42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Support Vector Machine Algorithm">
            <a:extLst>
              <a:ext uri="{FF2B5EF4-FFF2-40B4-BE49-F238E27FC236}">
                <a16:creationId xmlns:a16="http://schemas.microsoft.com/office/drawing/2014/main" id="{99D39401-2C18-EA2E-5F92-1A4F3AB17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250" y="1895610"/>
            <a:ext cx="5290249" cy="429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569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CAD55-8BF1-AFE3-BB62-26031439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2031" y="251778"/>
            <a:ext cx="10515600" cy="1325563"/>
          </a:xfrm>
        </p:spPr>
        <p:txBody>
          <a:bodyPr/>
          <a:lstStyle/>
          <a:p>
            <a:r>
              <a:rPr lang="en-GB" dirty="0"/>
              <a:t>Support Vector </a:t>
            </a:r>
            <a:r>
              <a:rPr lang="en-GB"/>
              <a:t>Machine Algorithm</a:t>
            </a:r>
            <a:endParaRPr lang="en-US" dirty="0"/>
          </a:p>
        </p:txBody>
      </p:sp>
      <p:pic>
        <p:nvPicPr>
          <p:cNvPr id="11266" name="Picture 2" descr="Support Vector Machine Algorithm">
            <a:extLst>
              <a:ext uri="{FF2B5EF4-FFF2-40B4-BE49-F238E27FC236}">
                <a16:creationId xmlns:a16="http://schemas.microsoft.com/office/drawing/2014/main" id="{F39319CC-47FE-C11E-D85F-4591F7828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98700"/>
            <a:ext cx="4475669" cy="401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02DE88-3587-0F33-88FE-D605D8C1A7FA}"/>
              </a:ext>
            </a:extLst>
          </p:cNvPr>
          <p:cNvSpPr txBox="1"/>
          <p:nvPr/>
        </p:nvSpPr>
        <p:spPr>
          <a:xfrm>
            <a:off x="6620015" y="1750121"/>
            <a:ext cx="22658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0" i="0" dirty="0">
                <a:solidFill>
                  <a:srgbClr val="333333"/>
                </a:solidFill>
                <a:effectLst/>
                <a:latin typeface="inter-regular"/>
              </a:rPr>
              <a:t>z=x</a:t>
            </a:r>
            <a:r>
              <a:rPr lang="en-GB" sz="3200" b="0" i="0" baseline="30000" dirty="0">
                <a:solidFill>
                  <a:srgbClr val="333333"/>
                </a:solidFill>
                <a:effectLst/>
                <a:latin typeface="inter-regular"/>
              </a:rPr>
              <a:t>2</a:t>
            </a:r>
            <a:r>
              <a:rPr lang="en-GB" sz="3200" b="0" i="0" dirty="0">
                <a:solidFill>
                  <a:srgbClr val="333333"/>
                </a:solidFill>
                <a:effectLst/>
                <a:latin typeface="inter-regular"/>
              </a:rPr>
              <a:t> +y</a:t>
            </a:r>
            <a:r>
              <a:rPr lang="en-GB" sz="3200" b="0" i="0" baseline="30000" dirty="0">
                <a:solidFill>
                  <a:srgbClr val="333333"/>
                </a:solidFill>
                <a:effectLst/>
                <a:latin typeface="inter-regular"/>
              </a:rPr>
              <a:t>2</a:t>
            </a:r>
            <a:r>
              <a:rPr lang="en-GB" sz="3200" b="0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endParaRPr lang="en-US" dirty="0"/>
          </a:p>
        </p:txBody>
      </p:sp>
      <p:pic>
        <p:nvPicPr>
          <p:cNvPr id="11268" name="Picture 4" descr="Support Vector Machine Algorithm">
            <a:extLst>
              <a:ext uri="{FF2B5EF4-FFF2-40B4-BE49-F238E27FC236}">
                <a16:creationId xmlns:a16="http://schemas.microsoft.com/office/drawing/2014/main" id="{F8D3A738-4936-15BC-6C6B-0630AA914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31" y="2695575"/>
            <a:ext cx="4262469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96523-6B3C-98F9-D774-D6218DF6A3A7}"/>
              </a:ext>
            </a:extLst>
          </p:cNvPr>
          <p:cNvSpPr txBox="1"/>
          <p:nvPr/>
        </p:nvSpPr>
        <p:spPr>
          <a:xfrm>
            <a:off x="694000" y="1257678"/>
            <a:ext cx="79094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dirty="0">
                <a:solidFill>
                  <a:srgbClr val="333333"/>
                </a:solidFill>
                <a:effectLst/>
                <a:latin typeface="inter-regular"/>
              </a:rPr>
              <a:t>For non-linear data, we will add a third dimension, z. It can be calculated as: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9500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A678F-8ACF-367E-6573-F15F32C7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1676" y="342090"/>
            <a:ext cx="10515600" cy="1325563"/>
          </a:xfrm>
        </p:spPr>
        <p:txBody>
          <a:bodyPr/>
          <a:lstStyle/>
          <a:p>
            <a:r>
              <a:rPr lang="en-GB" dirty="0"/>
              <a:t>Support Vector </a:t>
            </a:r>
            <a:r>
              <a:rPr lang="en-GB"/>
              <a:t>Machine Algorithm</a:t>
            </a:r>
            <a:endParaRPr lang="en-US" dirty="0"/>
          </a:p>
        </p:txBody>
      </p:sp>
      <p:pic>
        <p:nvPicPr>
          <p:cNvPr id="12290" name="Picture 2" descr="Support Vector Machine Algorithm">
            <a:extLst>
              <a:ext uri="{FF2B5EF4-FFF2-40B4-BE49-F238E27FC236}">
                <a16:creationId xmlns:a16="http://schemas.microsoft.com/office/drawing/2014/main" id="{2480C2CB-EAA9-A77E-1F1B-C7502B9B1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2400300"/>
            <a:ext cx="4281424" cy="382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Support Vector Machine Algorithm">
            <a:extLst>
              <a:ext uri="{FF2B5EF4-FFF2-40B4-BE49-F238E27FC236}">
                <a16:creationId xmlns:a16="http://schemas.microsoft.com/office/drawing/2014/main" id="{F9FD9123-CB8B-41B1-2F42-D2BFD04AB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76" y="2400300"/>
            <a:ext cx="4419600" cy="414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979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36380"/>
            <a:ext cx="4523509" cy="1325563"/>
          </a:xfrm>
        </p:spPr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37B5-F11F-F9E6-EE91-14137DA9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1500331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DT are used for both classification and regression.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They create a tree using the training set, which is used later to predict the outcome.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performs well in multi-class predictions compared to other algorithms.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They are easily biased and easy to interpret and visualise.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inter-regular"/>
              </a:rPr>
              <a:t>Random forests and Gradient boosts use them to build their models.</a:t>
            </a:r>
            <a:endParaRPr lang="en-GB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75E4C-F5DB-AB5A-7AFD-DA128FDE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25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238DFC-1E31-E58F-EAE4-242B93EDCCA0}"/>
              </a:ext>
            </a:extLst>
          </p:cNvPr>
          <p:cNvCxnSpPr>
            <a:cxnSpLocks/>
          </p:cNvCxnSpPr>
          <p:nvPr/>
        </p:nvCxnSpPr>
        <p:spPr>
          <a:xfrm flipV="1">
            <a:off x="4808533" y="826859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6AA7B1-07C9-B69C-3B8A-5AF0A88C0716}"/>
              </a:ext>
            </a:extLst>
          </p:cNvPr>
          <p:cNvSpPr txBox="1"/>
          <p:nvPr/>
        </p:nvSpPr>
        <p:spPr>
          <a:xfrm>
            <a:off x="6579363" y="565249"/>
            <a:ext cx="4184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Classification, regression</a:t>
            </a:r>
          </a:p>
        </p:txBody>
      </p:sp>
    </p:spTree>
    <p:extLst>
      <p:ext uri="{BB962C8B-B14F-4D97-AF65-F5344CB8AC3E}">
        <p14:creationId xmlns:p14="http://schemas.microsoft.com/office/powerpoint/2010/main" val="1860146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0F8C-4505-6A78-D98D-C0A2C4F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Decision Trees</a:t>
            </a:r>
          </a:p>
        </p:txBody>
      </p:sp>
      <p:sp>
        <p:nvSpPr>
          <p:cNvPr id="442" name="Google Shape;442;p52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vert="horz" wrap="square" lIns="121900" tIns="121900" rIns="121900" bIns="121900" rtlCol="0" anchor="ctr" anchorCtr="0">
            <a:normAutofit fontScale="55000" lnSpcReduction="20000"/>
          </a:bodyPr>
          <a:lstStyle/>
          <a:p>
            <a:fld id="{00000000-1234-1234-1234-123412341234}" type="slidenum">
              <a:rPr lang="en-GB"/>
              <a:pPr/>
              <a:t>26</a:t>
            </a:fld>
            <a:endParaRPr lang="en-GB"/>
          </a:p>
        </p:txBody>
      </p:sp>
      <p:pic>
        <p:nvPicPr>
          <p:cNvPr id="436" name="Google Shape;4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508" y="1769214"/>
            <a:ext cx="4229643" cy="1334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7" name="Google Shape;43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192" y="3754110"/>
            <a:ext cx="4272692" cy="13574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38" name="Google Shape;438;p52"/>
          <p:cNvSpPr txBox="1"/>
          <p:nvPr/>
        </p:nvSpPr>
        <p:spPr>
          <a:xfrm>
            <a:off x="1041400" y="2066919"/>
            <a:ext cx="3098800" cy="5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267" dirty="0"/>
              <a:t>Shannon-Entropy</a:t>
            </a:r>
            <a:endParaRPr sz="2267" dirty="0"/>
          </a:p>
        </p:txBody>
      </p:sp>
      <p:sp>
        <p:nvSpPr>
          <p:cNvPr id="439" name="Google Shape;439;p52"/>
          <p:cNvSpPr txBox="1"/>
          <p:nvPr/>
        </p:nvSpPr>
        <p:spPr>
          <a:xfrm>
            <a:off x="1041400" y="3583534"/>
            <a:ext cx="30988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133" dirty="0"/>
              <a:t>Entropy with respect a given predictor</a:t>
            </a:r>
            <a:endParaRPr sz="2133" dirty="0"/>
          </a:p>
        </p:txBody>
      </p:sp>
      <p:sp>
        <p:nvSpPr>
          <p:cNvPr id="440" name="Google Shape;440;p52"/>
          <p:cNvSpPr txBox="1"/>
          <p:nvPr/>
        </p:nvSpPr>
        <p:spPr>
          <a:xfrm>
            <a:off x="1041400" y="4846713"/>
            <a:ext cx="35308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133" dirty="0"/>
              <a:t>Information gain:</a:t>
            </a:r>
            <a:endParaRPr sz="2133" dirty="0"/>
          </a:p>
          <a:p>
            <a:r>
              <a:rPr lang="en-GB" sz="2133" dirty="0"/>
              <a:t>Decrease in entropy after a dataset is split</a:t>
            </a:r>
            <a:endParaRPr sz="2133" dirty="0"/>
          </a:p>
        </p:txBody>
      </p:sp>
      <p:pic>
        <p:nvPicPr>
          <p:cNvPr id="441" name="Google Shape;441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4200" y="5271187"/>
            <a:ext cx="5308600" cy="8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GB"/>
              <a:t>Decision tree structure</a:t>
            </a:r>
          </a:p>
        </p:txBody>
      </p:sp>
      <p:sp>
        <p:nvSpPr>
          <p:cNvPr id="470" name="Google Shape;470;p55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 smtClean="0"/>
              <a:pPr/>
              <a:t>27</a:t>
            </a:fld>
            <a:endParaRPr lang="en-GB" dirty="0"/>
          </a:p>
        </p:txBody>
      </p:sp>
      <p:pic>
        <p:nvPicPr>
          <p:cNvPr id="468" name="Google Shape;46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8933" y="1417786"/>
            <a:ext cx="4267467" cy="3501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69" name="Google Shape;46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00" y="1417786"/>
            <a:ext cx="6655767" cy="365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32350-F1CC-402B-0AAA-75A4E7FA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1" y="178089"/>
            <a:ext cx="10515600" cy="1325563"/>
          </a:xfrm>
        </p:spPr>
        <p:txBody>
          <a:bodyPr/>
          <a:lstStyle/>
          <a:p>
            <a:r>
              <a:rPr lang="en-IE" dirty="0"/>
              <a:t>Random Forests vs Gradient Boosting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DF405-36D0-0325-79F2-29A8B2C8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pPr/>
              <a:t>28</a:t>
            </a:fld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E2A560-F360-D2AA-C7AB-35A0132B6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590832"/>
              </p:ext>
            </p:extLst>
          </p:nvPr>
        </p:nvGraphicFramePr>
        <p:xfrm>
          <a:off x="1347931" y="1433147"/>
          <a:ext cx="9080499" cy="4351338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1952562081"/>
                    </a:ext>
                  </a:extLst>
                </a:gridCol>
                <a:gridCol w="3472873">
                  <a:extLst>
                    <a:ext uri="{9D8B030D-6E8A-4147-A177-3AD203B41FA5}">
                      <a16:colId xmlns:a16="http://schemas.microsoft.com/office/drawing/2014/main" val="981583487"/>
                    </a:ext>
                  </a:extLst>
                </a:gridCol>
                <a:gridCol w="3905826">
                  <a:extLst>
                    <a:ext uri="{9D8B030D-6E8A-4147-A177-3AD203B41FA5}">
                      <a16:colId xmlns:a16="http://schemas.microsoft.com/office/drawing/2014/main" val="1295288534"/>
                    </a:ext>
                  </a:extLst>
                </a:gridCol>
              </a:tblGrid>
              <a:tr h="499334">
                <a:tc>
                  <a:txBody>
                    <a:bodyPr/>
                    <a:lstStyle/>
                    <a:p>
                      <a:pPr fontAlgn="b"/>
                      <a:r>
                        <a:rPr lang="en-IE" sz="1400" b="1" dirty="0">
                          <a:effectLst/>
                        </a:rPr>
                        <a:t>Aspect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E" sz="1400" b="1" dirty="0">
                          <a:effectLst/>
                        </a:rPr>
                        <a:t>Random Forests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E" sz="1400" b="1" dirty="0">
                          <a:effectLst/>
                        </a:rPr>
                        <a:t>Gradient Boosting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405032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fontAlgn="base"/>
                      <a:r>
                        <a:rPr lang="en-IE" sz="1400" dirty="0">
                          <a:effectLst/>
                        </a:rPr>
                        <a:t>Algorithm Type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Ensemble of independent decision trees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 dirty="0">
                          <a:effectLst/>
                        </a:rPr>
                        <a:t>Sequential ensemble of trees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08212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Independence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Trees are built independently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Trees are built sequentially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563636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 fontAlgn="base"/>
                      <a:r>
                        <a:rPr lang="en-IE" sz="1400" dirty="0">
                          <a:effectLst/>
                        </a:rPr>
                        <a:t>Overfitting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Less prone to overfitting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Can be prone to overfitting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19265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Predictive Performance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Robust, good baseline model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Can achieve high predictive performance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296726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Speed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Faster to train (independent trees)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Slower to train (sequential trees)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169767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Interpretability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>
                          <a:effectLst/>
                        </a:rPr>
                        <a:t>Feature importances available,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E" sz="1400" dirty="0">
                          <a:effectLst/>
                        </a:rPr>
                        <a:t>Interpretation can be more complex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653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0947-FAC9-AC4D-E9FC-89B15944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8" y="291663"/>
            <a:ext cx="10515600" cy="665456"/>
          </a:xfrm>
        </p:spPr>
        <p:txBody>
          <a:bodyPr>
            <a:normAutofit fontScale="90000"/>
          </a:bodyPr>
          <a:lstStyle/>
          <a:p>
            <a:r>
              <a:rPr lang="en-IE" dirty="0"/>
              <a:t>Random Forests vs Gradient Boosting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689D5-E369-010D-8189-8F14803C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pPr/>
              <a:t>29</a:t>
            </a:fld>
            <a:endParaRPr lang="en-GB" dirty="0"/>
          </a:p>
        </p:txBody>
      </p:sp>
      <p:pic>
        <p:nvPicPr>
          <p:cNvPr id="1026" name="Picture 2" descr="IJERPH | Free Full-Text | Comparison of Random Forest and Gradient Boosting  Machine Models for Predicting Demolition Waste Based on Small Datasets and  Categorical Variables">
            <a:extLst>
              <a:ext uri="{FF2B5EF4-FFF2-40B4-BE49-F238E27FC236}">
                <a16:creationId xmlns:a16="http://schemas.microsoft.com/office/drawing/2014/main" id="{993C6ACE-1649-6230-31DF-883DE2B1E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191" y="2239818"/>
            <a:ext cx="8745682" cy="38481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8279D9-1DCF-EDA0-FB89-8E296C00855B}"/>
              </a:ext>
            </a:extLst>
          </p:cNvPr>
          <p:cNvCxnSpPr>
            <a:cxnSpLocks/>
          </p:cNvCxnSpPr>
          <p:nvPr/>
        </p:nvCxnSpPr>
        <p:spPr>
          <a:xfrm>
            <a:off x="2483427" y="957119"/>
            <a:ext cx="1612508" cy="61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BE8121-F82D-B5AE-AD72-02E7714C9E93}"/>
              </a:ext>
            </a:extLst>
          </p:cNvPr>
          <p:cNvSpPr txBox="1"/>
          <p:nvPr/>
        </p:nvSpPr>
        <p:spPr>
          <a:xfrm>
            <a:off x="4355708" y="1309697"/>
            <a:ext cx="432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Classification, Regression</a:t>
            </a:r>
          </a:p>
        </p:txBody>
      </p:sp>
    </p:spTree>
    <p:extLst>
      <p:ext uri="{BB962C8B-B14F-4D97-AF65-F5344CB8AC3E}">
        <p14:creationId xmlns:p14="http://schemas.microsoft.com/office/powerpoint/2010/main" val="1643619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36380"/>
            <a:ext cx="10515600" cy="1325563"/>
          </a:xfrm>
        </p:spPr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37B5-F11F-F9E6-EE91-14137DA9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1581354"/>
            <a:ext cx="10515600" cy="3446807"/>
          </a:xfrm>
        </p:spPr>
        <p:txBody>
          <a:bodyPr/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Naïve Bayes is one of the fastest and easiest ML algorithms to predict a class of datasets.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can be used for Binary as well as Multi-class Classifications.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performs well in multi-class predictions compared to other algorithms.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is the most popular choice for </a:t>
            </a: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text classification problems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75E4C-F5DB-AB5A-7AFD-DA128FDE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7FEC13-D844-7722-B3CA-0913282B1778}"/>
              </a:ext>
            </a:extLst>
          </p:cNvPr>
          <p:cNvCxnSpPr>
            <a:cxnSpLocks/>
          </p:cNvCxnSpPr>
          <p:nvPr/>
        </p:nvCxnSpPr>
        <p:spPr>
          <a:xfrm flipV="1">
            <a:off x="4325170" y="785295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361FDB-F0F1-55E7-9952-9150B9912CF0}"/>
              </a:ext>
            </a:extLst>
          </p:cNvPr>
          <p:cNvSpPr txBox="1"/>
          <p:nvPr/>
        </p:nvSpPr>
        <p:spPr>
          <a:xfrm>
            <a:off x="6096000" y="523685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03729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DDA0B7-FC2C-882A-047A-08923AA6F7E0}"/>
              </a:ext>
            </a:extLst>
          </p:cNvPr>
          <p:cNvSpPr txBox="1"/>
          <p:nvPr/>
        </p:nvSpPr>
        <p:spPr>
          <a:xfrm>
            <a:off x="771197" y="6399111"/>
            <a:ext cx="892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www.youtube.com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watch?v</a:t>
            </a:r>
            <a:r>
              <a:rPr lang="en-US" dirty="0">
                <a:solidFill>
                  <a:schemeClr val="bg1"/>
                </a:solidFill>
              </a:rPr>
              <a:t>=O2L2Uv9pdDA</a:t>
            </a:r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A96B93DE-1876-4F37-A834-F6C19DEE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8300"/>
            <a:ext cx="2832100" cy="5232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A0DA76-EDAD-7A39-23F6-D482452C3281}"/>
              </a:ext>
            </a:extLst>
          </p:cNvPr>
          <p:cNvSpPr txBox="1"/>
          <p:nvPr/>
        </p:nvSpPr>
        <p:spPr>
          <a:xfrm>
            <a:off x="5038108" y="2838959"/>
            <a:ext cx="2462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can we predict the</a:t>
            </a:r>
          </a:p>
          <a:p>
            <a:r>
              <a:rPr lang="en-US" dirty="0"/>
              <a:t>message </a:t>
            </a:r>
            <a:r>
              <a:rPr lang="en-US" dirty="0">
                <a:highlight>
                  <a:srgbClr val="FFFF00"/>
                </a:highlight>
              </a:rPr>
              <a:t>“Dear Friend”?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7D4606-3868-089E-2EBC-77DB3F24DC3C}"/>
              </a:ext>
            </a:extLst>
          </p:cNvPr>
          <p:cNvSpPr txBox="1"/>
          <p:nvPr/>
        </p:nvSpPr>
        <p:spPr>
          <a:xfrm>
            <a:off x="5077932" y="1281668"/>
            <a:ext cx="328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P(N) = 8/(8+4)=0.67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7B7398-2074-8A91-B17C-EA994C12F80D}"/>
              </a:ext>
            </a:extLst>
          </p:cNvPr>
          <p:cNvCxnSpPr/>
          <p:nvPr/>
        </p:nvCxnSpPr>
        <p:spPr>
          <a:xfrm flipH="1" flipV="1">
            <a:off x="3670300" y="1676400"/>
            <a:ext cx="1181100" cy="130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BAF555-B221-F392-C94A-B7882FD752F4}"/>
              </a:ext>
            </a:extLst>
          </p:cNvPr>
          <p:cNvCxnSpPr>
            <a:cxnSpLocks/>
          </p:cNvCxnSpPr>
          <p:nvPr/>
        </p:nvCxnSpPr>
        <p:spPr>
          <a:xfrm flipH="1">
            <a:off x="3670300" y="3429000"/>
            <a:ext cx="1141374" cy="135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F266CA-B477-CAC4-DDDD-D839F046EC0B}"/>
              </a:ext>
            </a:extLst>
          </p:cNvPr>
          <p:cNvSpPr txBox="1"/>
          <p:nvPr/>
        </p:nvSpPr>
        <p:spPr>
          <a:xfrm>
            <a:off x="4989003" y="4459099"/>
            <a:ext cx="337618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P(S) = 4/(8+4)=0.33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9AB0B60-317B-D357-44CA-94BA898A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9523"/>
            <a:ext cx="10515600" cy="1325563"/>
          </a:xfrm>
        </p:spPr>
        <p:txBody>
          <a:bodyPr/>
          <a:lstStyle/>
          <a:p>
            <a:pPr algn="r"/>
            <a:r>
              <a:rPr lang="en-US" dirty="0"/>
              <a:t>Naïve Bayes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AC91F4-F361-FD90-7797-C796284A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0901B2-2711-E18A-1368-177DF084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088" y="2014809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7523D1-CDCB-171D-1E6B-4C2CD4221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866" y="1275247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56E0422-8449-BD56-3BB4-B542726CB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189" y="2037631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CB5785F-CF82-E8A1-6B6D-A1E9FE506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833" y="2705756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820D701-7433-867E-713D-558726C66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659" y="1481288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201AE91-EB4F-FCAB-488D-73F5DC589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40" y="2911566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A3A620EB-BB4D-9791-6A99-47ADE44F4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515" y="2841775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41B58B3-036D-7A0D-4133-E313D1ED5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192" y="2073221"/>
            <a:ext cx="793642" cy="79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C42A141-E0ED-DE30-D57B-36733FB80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515" y="3708647"/>
            <a:ext cx="754743" cy="75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CAE5D92-435D-23E0-2F38-72E58A461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481" y="2189727"/>
            <a:ext cx="754743" cy="75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B6BFB06C-736F-2002-46A3-0068C2A22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297" y="3826302"/>
            <a:ext cx="754743" cy="75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DFF04806-D3AD-84DE-3E79-6B78CACDA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969" y="3602513"/>
            <a:ext cx="754743" cy="75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793E8C3-DD8F-5F1B-9418-2CD99554084D}"/>
              </a:ext>
            </a:extLst>
          </p:cNvPr>
          <p:cNvSpPr txBox="1"/>
          <p:nvPr/>
        </p:nvSpPr>
        <p:spPr>
          <a:xfrm>
            <a:off x="9306475" y="4920764"/>
            <a:ext cx="1815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8 are normal </a:t>
            </a:r>
            <a:r>
              <a:rPr lang="en-US" b="1" dirty="0"/>
              <a:t>and</a:t>
            </a:r>
          </a:p>
          <a:p>
            <a:r>
              <a:rPr lang="en-US" b="1" dirty="0">
                <a:solidFill>
                  <a:srgbClr val="FF0000"/>
                </a:solidFill>
              </a:rPr>
              <a:t>4 are spam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2635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DDA0B7-FC2C-882A-047A-08923AA6F7E0}"/>
              </a:ext>
            </a:extLst>
          </p:cNvPr>
          <p:cNvSpPr txBox="1"/>
          <p:nvPr/>
        </p:nvSpPr>
        <p:spPr>
          <a:xfrm>
            <a:off x="838200" y="6359664"/>
            <a:ext cx="892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=O2L2Uv9pdDA</a:t>
            </a:r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A96B93DE-1876-4F37-A834-F6C19DEE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8300"/>
            <a:ext cx="2832100" cy="5232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A0DA76-EDAD-7A39-23F6-D482452C3281}"/>
              </a:ext>
            </a:extLst>
          </p:cNvPr>
          <p:cNvSpPr txBox="1"/>
          <p:nvPr/>
        </p:nvSpPr>
        <p:spPr>
          <a:xfrm>
            <a:off x="4811674" y="3059668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Dear Friend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7D4606-3868-089E-2EBC-77DB3F24DC3C}"/>
              </a:ext>
            </a:extLst>
          </p:cNvPr>
          <p:cNvSpPr txBox="1"/>
          <p:nvPr/>
        </p:nvSpPr>
        <p:spPr>
          <a:xfrm>
            <a:off x="5077931" y="1281668"/>
            <a:ext cx="300619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P(N) = 8/(8+4)=0.67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7B7398-2074-8A91-B17C-EA994C12F80D}"/>
              </a:ext>
            </a:extLst>
          </p:cNvPr>
          <p:cNvCxnSpPr/>
          <p:nvPr/>
        </p:nvCxnSpPr>
        <p:spPr>
          <a:xfrm flipH="1" flipV="1">
            <a:off x="3670300" y="1676400"/>
            <a:ext cx="1181100" cy="130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BAF555-B221-F392-C94A-B7882FD752F4}"/>
              </a:ext>
            </a:extLst>
          </p:cNvPr>
          <p:cNvCxnSpPr>
            <a:cxnSpLocks/>
          </p:cNvCxnSpPr>
          <p:nvPr/>
        </p:nvCxnSpPr>
        <p:spPr>
          <a:xfrm flipH="1">
            <a:off x="3670300" y="3429000"/>
            <a:ext cx="1141374" cy="135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F266CA-B477-CAC4-DDDD-D839F046EC0B}"/>
              </a:ext>
            </a:extLst>
          </p:cNvPr>
          <p:cNvSpPr txBox="1"/>
          <p:nvPr/>
        </p:nvSpPr>
        <p:spPr>
          <a:xfrm>
            <a:off x="4989004" y="4459099"/>
            <a:ext cx="309512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P(S) = 4/(8+4)=0.33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04A1D-701B-F047-405C-6B4BD099DCED}"/>
              </a:ext>
            </a:extLst>
          </p:cNvPr>
          <p:cNvSpPr txBox="1"/>
          <p:nvPr/>
        </p:nvSpPr>
        <p:spPr>
          <a:xfrm>
            <a:off x="5077932" y="2107153"/>
            <a:ext cx="6635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P(N 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| </a:t>
            </a:r>
            <a:r>
              <a:rPr lang="en-US" sz="2400" dirty="0">
                <a:solidFill>
                  <a:srgbClr val="00B0F0"/>
                </a:solidFill>
              </a:rPr>
              <a:t>Dear friend) </a:t>
            </a:r>
            <a:r>
              <a:rPr lang="en-US" sz="2400" dirty="0"/>
              <a:t>= 0.67 X 0.47 X 0.29 = </a:t>
            </a:r>
            <a:r>
              <a:rPr lang="en-US" sz="2400" dirty="0">
                <a:highlight>
                  <a:srgbClr val="FFFF00"/>
                </a:highlight>
              </a:rPr>
              <a:t>0.09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32928-B69F-C099-D0F7-12C418573655}"/>
              </a:ext>
            </a:extLst>
          </p:cNvPr>
          <p:cNvSpPr txBox="1"/>
          <p:nvPr/>
        </p:nvSpPr>
        <p:spPr>
          <a:xfrm>
            <a:off x="4851399" y="5237232"/>
            <a:ext cx="673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P(S 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| </a:t>
            </a:r>
            <a:r>
              <a:rPr lang="en-US" sz="2400" dirty="0">
                <a:solidFill>
                  <a:srgbClr val="FF0000"/>
                </a:solidFill>
              </a:rPr>
              <a:t>Dear friend) </a:t>
            </a:r>
            <a:r>
              <a:rPr lang="en-US" sz="2400" dirty="0"/>
              <a:t>= 0.33 X 0.29 X 0.14 = </a:t>
            </a:r>
            <a:r>
              <a:rPr lang="en-US" sz="2400" dirty="0">
                <a:highlight>
                  <a:srgbClr val="FFFF00"/>
                </a:highlight>
              </a:rPr>
              <a:t>0.01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9EFC05-8EC4-60E6-C954-85E7A3CD65E3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10428515" y="2524839"/>
            <a:ext cx="6640" cy="852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65D0F9-C187-8D7C-EA0E-6CF724DF364A}"/>
              </a:ext>
            </a:extLst>
          </p:cNvPr>
          <p:cNvSpPr txBox="1"/>
          <p:nvPr/>
        </p:nvSpPr>
        <p:spPr>
          <a:xfrm>
            <a:off x="8863445" y="3377748"/>
            <a:ext cx="314341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is predicted as</a:t>
            </a:r>
          </a:p>
          <a:p>
            <a:r>
              <a:rPr lang="en-US" b="1" dirty="0">
                <a:solidFill>
                  <a:schemeClr val="tx2"/>
                </a:solidFill>
              </a:rPr>
              <a:t>Norma</a:t>
            </a:r>
            <a:r>
              <a:rPr lang="en-US" dirty="0"/>
              <a:t>l message because</a:t>
            </a:r>
          </a:p>
          <a:p>
            <a:r>
              <a:rPr lang="en-US" dirty="0"/>
              <a:t>0.09 &gt; 0.01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64056A-53DE-D35A-3CDB-9C202500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9523"/>
            <a:ext cx="10515600" cy="1325563"/>
          </a:xfrm>
        </p:spPr>
        <p:txBody>
          <a:bodyPr/>
          <a:lstStyle/>
          <a:p>
            <a:pPr algn="r"/>
            <a:r>
              <a:rPr lang="en-US" dirty="0"/>
              <a:t>Naïve Bayes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8114A-62EB-BB4B-1E86-5B45D24D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32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B6C6F7-1FCE-6623-601D-D71601FCFFB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0178143" y="4301078"/>
            <a:ext cx="257012" cy="90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42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C71FDD-5994-2A83-F6CE-A68D700E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3CE82-9D37-7F53-79A3-6CDA88D17C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3342" y="256947"/>
            <a:ext cx="11505235" cy="860425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Networks: Modelling non-linear data</a:t>
            </a:r>
          </a:p>
        </p:txBody>
      </p:sp>
      <p:pic>
        <p:nvPicPr>
          <p:cNvPr id="1026" name="Picture 2" descr="Significance of non linearity in machine learning and deep learning">
            <a:extLst>
              <a:ext uri="{FF2B5EF4-FFF2-40B4-BE49-F238E27FC236}">
                <a16:creationId xmlns:a16="http://schemas.microsoft.com/office/drawing/2014/main" id="{AB8B4179-4CB5-6052-2827-BB6788CFE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35814"/>
            <a:ext cx="6064250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6597C0-3FBE-8DA0-412B-45DE786EFDDC}"/>
              </a:ext>
            </a:extLst>
          </p:cNvPr>
          <p:cNvSpPr txBox="1"/>
          <p:nvPr/>
        </p:nvSpPr>
        <p:spPr>
          <a:xfrm>
            <a:off x="558001" y="4569478"/>
            <a:ext cx="1107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i="0" dirty="0">
                <a:effectLst/>
                <a:latin typeface="-apple-system"/>
              </a:rPr>
              <a:t>If you have a linear activation function, the signal is amplified or dampened but not transformed. If you have a non-linear activation function, the signal is transformed, which helps detect complex patterns in the data.</a:t>
            </a:r>
            <a:endParaRPr lang="en-IE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4539-DB9D-B5E7-178A-4C281A68B5EB}"/>
              </a:ext>
            </a:extLst>
          </p:cNvPr>
          <p:cNvSpPr txBox="1"/>
          <p:nvPr/>
        </p:nvSpPr>
        <p:spPr>
          <a:xfrm>
            <a:off x="344293" y="6430896"/>
            <a:ext cx="1032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600" dirty="0"/>
              <a:t>https://</a:t>
            </a:r>
            <a:r>
              <a:rPr lang="en-IE" sz="1600" dirty="0" err="1"/>
              <a:t>www.linkedin.com</a:t>
            </a:r>
            <a:r>
              <a:rPr lang="en-IE" sz="1600" dirty="0"/>
              <a:t>/pulse/significance-non-linearity-machine-learning-deep-ajit-jaokar-nakfe/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FF638-ED7B-54C7-8955-A0A41D1562C3}"/>
              </a:ext>
            </a:extLst>
          </p:cNvPr>
          <p:cNvSpPr txBox="1"/>
          <p:nvPr/>
        </p:nvSpPr>
        <p:spPr>
          <a:xfrm>
            <a:off x="344293" y="6061839"/>
            <a:ext cx="966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</a:t>
            </a:r>
            <a:r>
              <a:rPr lang="en-IE" dirty="0" err="1"/>
              <a:t>www.picsellia.com</a:t>
            </a:r>
            <a:r>
              <a:rPr lang="en-IE" dirty="0"/>
              <a:t>/post/activation-functions-and-neural-networks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CA5D89-7E14-2F35-02CC-2BCFDC32D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42" y="1776959"/>
            <a:ext cx="5553999" cy="252265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440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FF9C-1F69-F04B-E2FB-491FAA05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BC6B5E-E0B2-8BA4-08C2-039DC331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B7AC7-CCF0-4F79-61E7-C656830FB6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0308" y="104626"/>
            <a:ext cx="10515600" cy="1325563"/>
          </a:xfrm>
        </p:spPr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2052" name="Picture 4" descr="Sigmoid Function Explained in Less than 5 Minutes | by Gabriel Mayers |  Medium">
            <a:extLst>
              <a:ext uri="{FF2B5EF4-FFF2-40B4-BE49-F238E27FC236}">
                <a16:creationId xmlns:a16="http://schemas.microsoft.com/office/drawing/2014/main" id="{01EEE426-29ED-424E-79C4-386232782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53" y="2581133"/>
            <a:ext cx="7585515" cy="329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545A2-EDE9-1DB8-DF7D-670DE4550B85}"/>
              </a:ext>
            </a:extLst>
          </p:cNvPr>
          <p:cNvSpPr txBox="1"/>
          <p:nvPr/>
        </p:nvSpPr>
        <p:spPr>
          <a:xfrm>
            <a:off x="7581214" y="1181803"/>
            <a:ext cx="3682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f(x) &gt;= 0.5, then “y=1”</a:t>
            </a:r>
          </a:p>
          <a:p>
            <a:r>
              <a:rPr lang="en-US" sz="2800" dirty="0"/>
              <a:t>If f(x) &lt;= 0.5, then “y=0”</a:t>
            </a:r>
          </a:p>
        </p:txBody>
      </p:sp>
    </p:spTree>
    <p:extLst>
      <p:ext uri="{BB962C8B-B14F-4D97-AF65-F5344CB8AC3E}">
        <p14:creationId xmlns:p14="http://schemas.microsoft.com/office/powerpoint/2010/main" val="3301371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462467-8ACF-62D0-8327-BD3B8C14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9BBA9-6F5E-A252-4387-F9B0A999CC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90488"/>
            <a:ext cx="10515600" cy="1325563"/>
          </a:xfrm>
        </p:spPr>
        <p:txBody>
          <a:bodyPr/>
          <a:lstStyle/>
          <a:p>
            <a:r>
              <a:rPr lang="en-US" dirty="0"/>
              <a:t>Neural Networks</a:t>
            </a:r>
          </a:p>
        </p:txBody>
      </p:sp>
      <p:pic>
        <p:nvPicPr>
          <p:cNvPr id="1026" name="Picture 2" descr="Overview of a Neural Network's Learning Process | by Rukshan Pramoditha |  Data Science 365 | Medium">
            <a:extLst>
              <a:ext uri="{FF2B5EF4-FFF2-40B4-BE49-F238E27FC236}">
                <a16:creationId xmlns:a16="http://schemas.microsoft.com/office/drawing/2014/main" id="{D520D9A8-D2EE-0C66-B9B3-F87078EC9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888" y="971783"/>
            <a:ext cx="8360224" cy="49144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910015-D6D6-4F8F-4291-2BD5DF83934E}"/>
              </a:ext>
            </a:extLst>
          </p:cNvPr>
          <p:cNvSpPr txBox="1"/>
          <p:nvPr/>
        </p:nvSpPr>
        <p:spPr>
          <a:xfrm>
            <a:off x="468275" y="6201296"/>
            <a:ext cx="11255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600" dirty="0"/>
              <a:t>https://</a:t>
            </a:r>
            <a:r>
              <a:rPr lang="en-IE" sz="1600" dirty="0" err="1"/>
              <a:t>medium.com</a:t>
            </a:r>
            <a:r>
              <a:rPr lang="en-IE" sz="1600" dirty="0"/>
              <a:t>/data-science-365/overview-of-a-neural-networks-learning-process-61690a502fa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A6E032-BF3C-801C-B0D2-829417EAE5DF}"/>
              </a:ext>
            </a:extLst>
          </p:cNvPr>
          <p:cNvCxnSpPr>
            <a:cxnSpLocks/>
          </p:cNvCxnSpPr>
          <p:nvPr/>
        </p:nvCxnSpPr>
        <p:spPr>
          <a:xfrm flipV="1">
            <a:off x="4621497" y="552634"/>
            <a:ext cx="1511057" cy="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9189FFD-F288-EB38-18E4-2FF6A81824A3}"/>
              </a:ext>
            </a:extLst>
          </p:cNvPr>
          <p:cNvSpPr txBox="1"/>
          <p:nvPr/>
        </p:nvSpPr>
        <p:spPr>
          <a:xfrm>
            <a:off x="6392327" y="291024"/>
            <a:ext cx="432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Classification, Regression</a:t>
            </a:r>
          </a:p>
        </p:txBody>
      </p:sp>
    </p:spTree>
    <p:extLst>
      <p:ext uri="{BB962C8B-B14F-4D97-AF65-F5344CB8AC3E}">
        <p14:creationId xmlns:p14="http://schemas.microsoft.com/office/powerpoint/2010/main" val="2180748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FF65-40FE-E0BA-751F-F221D2EF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39" y="126715"/>
            <a:ext cx="10515600" cy="984456"/>
          </a:xfrm>
        </p:spPr>
        <p:txBody>
          <a:bodyPr/>
          <a:lstStyle/>
          <a:p>
            <a:r>
              <a:rPr lang="en-US" dirty="0"/>
              <a:t>Example of Neural Network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BD534E61-F1C1-C6D4-F95C-1BBC091B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7068"/>
            <a:ext cx="7772400" cy="4220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F6C9F-60EC-4056-697B-D4FCB3D4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53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5C13-1867-CB3B-1F37-9BF734BD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70" y="223837"/>
            <a:ext cx="10515600" cy="1325563"/>
          </a:xfrm>
        </p:spPr>
        <p:txBody>
          <a:bodyPr/>
          <a:lstStyle/>
          <a:p>
            <a:r>
              <a:rPr lang="en-US" dirty="0"/>
              <a:t>Neural Networks: Activation functions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6E0AAC77-C0CD-2915-A944-EA60CDB5E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26" y="1830048"/>
            <a:ext cx="4992158" cy="37504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36E470-89FE-3F63-4BE2-04D988A73D0A}"/>
              </a:ext>
            </a:extLst>
          </p:cNvPr>
          <p:cNvSpPr txBox="1"/>
          <p:nvPr/>
        </p:nvSpPr>
        <p:spPr>
          <a:xfrm>
            <a:off x="6556917" y="2044005"/>
            <a:ext cx="51766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 Activation Function decides whether a neuron should be activated or not.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0B60B3-99EA-8E87-B361-F52B9927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00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3C98-1338-7B75-B59F-2DAA96C8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8" y="182638"/>
            <a:ext cx="10515600" cy="802102"/>
          </a:xfrm>
        </p:spPr>
        <p:txBody>
          <a:bodyPr/>
          <a:lstStyle/>
          <a:p>
            <a:r>
              <a:rPr lang="en-US" dirty="0"/>
              <a:t>Deep Neural Networks</a:t>
            </a:r>
          </a:p>
        </p:txBody>
      </p:sp>
      <p:pic>
        <p:nvPicPr>
          <p:cNvPr id="14338" name="Picture 2" descr="Training Deep Neural Networks. Deep Learning Accessories | by Ravindra  Parmar | Towards Data Science">
            <a:extLst>
              <a:ext uri="{FF2B5EF4-FFF2-40B4-BE49-F238E27FC236}">
                <a16:creationId xmlns:a16="http://schemas.microsoft.com/office/drawing/2014/main" id="{2E37A3F1-876B-C6B5-175E-C84160562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8" r="12567"/>
          <a:stretch/>
        </p:blipFill>
        <p:spPr bwMode="auto">
          <a:xfrm>
            <a:off x="1895706" y="1147621"/>
            <a:ext cx="7973123" cy="4562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415C2C-6B91-923C-B600-E4D1218F8C27}"/>
              </a:ext>
            </a:extLst>
          </p:cNvPr>
          <p:cNvSpPr txBox="1"/>
          <p:nvPr/>
        </p:nvSpPr>
        <p:spPr>
          <a:xfrm>
            <a:off x="444500" y="6388249"/>
            <a:ext cx="834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towardsdatascience.com</a:t>
            </a:r>
            <a:r>
              <a:rPr lang="en-US" dirty="0">
                <a:solidFill>
                  <a:schemeClr val="bg1"/>
                </a:solidFill>
              </a:rPr>
              <a:t>/training-deep-neural-networks-9fdb1964b964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BF7BB-FB5D-8480-D320-3C3FA336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38</a:t>
            </a:fld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6F3105-39D6-3568-D29F-0E668C37BF8C}"/>
              </a:ext>
            </a:extLst>
          </p:cNvPr>
          <p:cNvCxnSpPr>
            <a:cxnSpLocks/>
          </p:cNvCxnSpPr>
          <p:nvPr/>
        </p:nvCxnSpPr>
        <p:spPr>
          <a:xfrm>
            <a:off x="6481469" y="555304"/>
            <a:ext cx="864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EEE0AB-7A45-E301-CA02-11A5AAEFC4F0}"/>
              </a:ext>
            </a:extLst>
          </p:cNvPr>
          <p:cNvSpPr txBox="1"/>
          <p:nvPr/>
        </p:nvSpPr>
        <p:spPr>
          <a:xfrm>
            <a:off x="7431417" y="293694"/>
            <a:ext cx="432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Classification, Regression</a:t>
            </a:r>
          </a:p>
        </p:txBody>
      </p:sp>
    </p:spTree>
    <p:extLst>
      <p:ext uri="{BB962C8B-B14F-4D97-AF65-F5344CB8AC3E}">
        <p14:creationId xmlns:p14="http://schemas.microsoft.com/office/powerpoint/2010/main" val="860357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752E-0DCB-4AC5-7DD5-8CA284B1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14C5-1A75-6C19-7CCF-CBCA92A7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https://www.youtube.com/watch?v=OCwZyYH14uw</a:t>
            </a:r>
            <a:endParaRPr lang="en-US" dirty="0"/>
          </a:p>
          <a:p>
            <a:r>
              <a:rPr lang="en-US" sz="2800" dirty="0">
                <a:hlinkClick r:id="rId3"/>
              </a:rPr>
              <a:t>https://www.javatpoint.com/machine-learning</a:t>
            </a:r>
            <a:endParaRPr lang="en-US" sz="2800" dirty="0"/>
          </a:p>
          <a:p>
            <a:r>
              <a:rPr lang="en-US" dirty="0">
                <a:hlinkClick r:id="rId4"/>
              </a:rPr>
              <a:t>https://www.cs.cmu.edu/~mgormley/courses/10601b-f16/lectureSlides/lecture15-neural-nets.pptx</a:t>
            </a:r>
            <a:endParaRPr lang="en-US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A84A8-AFB5-E769-0EA7-A660BAEA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ABACA-A1F5-454D-B3B3-EC139EE9A3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1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otx" id="{19A76EF7-685B-4DD9-AEC2-DD2E690A5E16}" vid="{F9D02FCD-DE17-4A7B-9E71-714D7E1CC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F374BB96A3DE46B150CC6A9F517AE9" ma:contentTypeVersion="16" ma:contentTypeDescription="Create a new document." ma:contentTypeScope="" ma:versionID="58eb6e56134c165672897323c007ba07">
  <xsd:schema xmlns:xsd="http://www.w3.org/2001/XMLSchema" xmlns:xs="http://www.w3.org/2001/XMLSchema" xmlns:p="http://schemas.microsoft.com/office/2006/metadata/properties" xmlns:ns2="5fa573f1-0388-4933-b06f-1f1a0fb87c89" xmlns:ns3="7fe8872b-6cbd-4bc2-a1b1-93bd9d636a9c" targetNamespace="http://schemas.microsoft.com/office/2006/metadata/properties" ma:root="true" ma:fieldsID="1fc4ccf92a7e5d2a6ae2d68f2fa9ab8a" ns2:_="" ns3:_="">
    <xsd:import namespace="5fa573f1-0388-4933-b06f-1f1a0fb87c89"/>
    <xsd:import namespace="7fe8872b-6cbd-4bc2-a1b1-93bd9d636a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a573f1-0388-4933-b06f-1f1a0fb87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b168bf0-f213-4887-af2e-cac682fa24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8872b-6cbd-4bc2-a1b1-93bd9d636a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5aa41c-e4fb-41a8-90d6-833c8917b781}" ma:internalName="TaxCatchAll" ma:showField="CatchAllData" ma:web="7fe8872b-6cbd-4bc2-a1b1-93bd9d636a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e8872b-6cbd-4bc2-a1b1-93bd9d636a9c" xsi:nil="true"/>
    <lcf76f155ced4ddcb4097134ff3c332f xmlns="5fa573f1-0388-4933-b06f-1f1a0fb87c89">
      <Terms xmlns="http://schemas.microsoft.com/office/infopath/2007/PartnerControls"/>
    </lcf76f155ced4ddcb4097134ff3c332f>
    <SharedWithUsers xmlns="7fe8872b-6cbd-4bc2-a1b1-93bd9d636a9c">
      <UserInfo>
        <DisplayName>School of Computer Science-Staff-City Members</DisplayName>
        <AccountId>138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A7A6EA-8ED6-49B7-80BA-80AB3E7256ED}">
  <ds:schemaRefs>
    <ds:schemaRef ds:uri="5fa573f1-0388-4933-b06f-1f1a0fb87c89"/>
    <ds:schemaRef ds:uri="7fe8872b-6cbd-4bc2-a1b1-93bd9d636a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E0FDB3D-FF19-4870-A552-A7FC0B3873D1}">
  <ds:schemaRefs>
    <ds:schemaRef ds:uri="http://purl.org/dc/dcmitype/"/>
    <ds:schemaRef ds:uri="http://schemas.microsoft.com/office/2006/metadata/properties"/>
    <ds:schemaRef ds:uri="7fe8872b-6cbd-4bc2-a1b1-93bd9d636a9c"/>
    <ds:schemaRef ds:uri="5fa573f1-0388-4933-b06f-1f1a0fb87c89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0260636-9BC8-41CD-BA34-5B1D5FA4CF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</TotalTime>
  <Words>1305</Words>
  <Application>Microsoft Macintosh PowerPoint</Application>
  <PresentationFormat>Widescreen</PresentationFormat>
  <Paragraphs>294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-apple-system</vt:lpstr>
      <vt:lpstr>Arial</vt:lpstr>
      <vt:lpstr>Arial</vt:lpstr>
      <vt:lpstr>Calibri</vt:lpstr>
      <vt:lpstr>Helvetica</vt:lpstr>
      <vt:lpstr>inter-bold</vt:lpstr>
      <vt:lpstr>inter-regular</vt:lpstr>
      <vt:lpstr>STIXGeneral-Regular</vt:lpstr>
      <vt:lpstr>Office Theme</vt:lpstr>
      <vt:lpstr>Overview of the Main Supervised Classification Models</vt:lpstr>
      <vt:lpstr>Class outline</vt:lpstr>
      <vt:lpstr>Dataset description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Logistic Regression</vt:lpstr>
      <vt:lpstr>Sigmoid function</vt:lpstr>
      <vt:lpstr>Logistic Regression</vt:lpstr>
      <vt:lpstr>PowerPoint Presentation</vt:lpstr>
      <vt:lpstr>K-Nearest Neighbour (KNN)</vt:lpstr>
      <vt:lpstr>K-Nearest Neighbor(KNN)</vt:lpstr>
      <vt:lpstr>K-Nearest Neighbor(KNN)</vt:lpstr>
      <vt:lpstr>K-Nearest Neighbor(KNN) </vt:lpstr>
      <vt:lpstr>Support Vector Machine</vt:lpstr>
      <vt:lpstr>Support Vector Machine Algorithm</vt:lpstr>
      <vt:lpstr>Support Vector Machine Algorithm</vt:lpstr>
      <vt:lpstr>Support Vector Machine Algorithm</vt:lpstr>
      <vt:lpstr>Support Vector Machine Algorithm</vt:lpstr>
      <vt:lpstr>Decision Trees</vt:lpstr>
      <vt:lpstr>Decision Trees</vt:lpstr>
      <vt:lpstr>Decision tree structure</vt:lpstr>
      <vt:lpstr>Random Forests vs Gradient Boosting</vt:lpstr>
      <vt:lpstr>Random Forests vs Gradient Boosting</vt:lpstr>
      <vt:lpstr>Naïve Bayes</vt:lpstr>
      <vt:lpstr>Naïve Bayes</vt:lpstr>
      <vt:lpstr>Naïve Bayes</vt:lpstr>
      <vt:lpstr>Neural Networks: Modelling non-linear data</vt:lpstr>
      <vt:lpstr>Sigmoid function</vt:lpstr>
      <vt:lpstr>Neural Networks</vt:lpstr>
      <vt:lpstr>Example of Neural Network</vt:lpstr>
      <vt:lpstr>Neural Networks: Activation functions</vt:lpstr>
      <vt:lpstr>Deep Neural Networks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Luis Miralles</dc:creator>
  <cp:lastModifiedBy>Luis Miralles</cp:lastModifiedBy>
  <cp:revision>1</cp:revision>
  <dcterms:created xsi:type="dcterms:W3CDTF">2023-09-07T10:31:09Z</dcterms:created>
  <dcterms:modified xsi:type="dcterms:W3CDTF">2024-12-02T17:27:38Z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0x01010060F374BB96A3DE46B150CC6A9F517AE9</vt:lpwstr>
  </property>
  <property fmtid="{D5CDD505-2E9C-101B-9397-08002B2CF9AE}" pid="3" name="MediaServiceImageTags">
    <vt:lpwstr/>
  </property>
</Properties>
</file>