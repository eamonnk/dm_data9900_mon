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8"/>
  </p:notesMasterIdLst>
  <p:handoutMasterIdLst>
    <p:handoutMasterId r:id="rId29"/>
  </p:handoutMasterIdLst>
  <p:sldIdLst>
    <p:sldId id="256" r:id="rId5"/>
    <p:sldId id="313" r:id="rId6"/>
    <p:sldId id="264" r:id="rId7"/>
    <p:sldId id="293" r:id="rId8"/>
    <p:sldId id="301" r:id="rId9"/>
    <p:sldId id="259" r:id="rId10"/>
    <p:sldId id="294" r:id="rId11"/>
    <p:sldId id="295" r:id="rId12"/>
    <p:sldId id="296" r:id="rId13"/>
    <p:sldId id="297" r:id="rId14"/>
    <p:sldId id="261" r:id="rId15"/>
    <p:sldId id="298" r:id="rId16"/>
    <p:sldId id="302" r:id="rId17"/>
    <p:sldId id="263" r:id="rId18"/>
    <p:sldId id="304" r:id="rId19"/>
    <p:sldId id="307" r:id="rId20"/>
    <p:sldId id="306" r:id="rId21"/>
    <p:sldId id="308" r:id="rId22"/>
    <p:sldId id="309" r:id="rId23"/>
    <p:sldId id="310" r:id="rId24"/>
    <p:sldId id="311" r:id="rId25"/>
    <p:sldId id="312" r:id="rId26"/>
    <p:sldId id="3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BFC"/>
    <a:srgbClr val="00A9B7"/>
    <a:srgbClr val="00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92260B-8CF0-E44D-8C42-42A4AA467157}" v="22" dt="2024-11-18T20:43:48.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14" autoAdjust="0"/>
    <p:restoredTop sz="86438" autoAdjust="0"/>
  </p:normalViewPr>
  <p:slideViewPr>
    <p:cSldViewPr snapToGrid="0">
      <p:cViewPr varScale="1">
        <p:scale>
          <a:sx n="102" d="100"/>
          <a:sy n="102" d="100"/>
        </p:scale>
        <p:origin x="216" y="32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Miralles" userId="699e2c5a-5018-4326-8814-50a037852b20" providerId="ADAL" clId="{8292260B-8CF0-E44D-8C42-42A4AA467157}"/>
    <pc:docChg chg="undo custSel addSld delSld modSld sldOrd">
      <pc:chgData name="Luis Miralles" userId="699e2c5a-5018-4326-8814-50a037852b20" providerId="ADAL" clId="{8292260B-8CF0-E44D-8C42-42A4AA467157}" dt="2024-12-02T17:28:46.185" v="410" actId="1076"/>
      <pc:docMkLst>
        <pc:docMk/>
      </pc:docMkLst>
      <pc:sldChg chg="modSp mod">
        <pc:chgData name="Luis Miralles" userId="699e2c5a-5018-4326-8814-50a037852b20" providerId="ADAL" clId="{8292260B-8CF0-E44D-8C42-42A4AA467157}" dt="2024-12-02T17:28:46.185" v="410" actId="1076"/>
        <pc:sldMkLst>
          <pc:docMk/>
          <pc:sldMk cId="2740838320" sldId="256"/>
        </pc:sldMkLst>
        <pc:spChg chg="mod">
          <ac:chgData name="Luis Miralles" userId="699e2c5a-5018-4326-8814-50a037852b20" providerId="ADAL" clId="{8292260B-8CF0-E44D-8C42-42A4AA467157}" dt="2024-12-02T17:28:46.185" v="410" actId="1076"/>
          <ac:spMkLst>
            <pc:docMk/>
            <pc:sldMk cId="2740838320" sldId="256"/>
            <ac:spMk id="7" creationId="{864DDB32-DB2C-944E-8629-808B9BC36D30}"/>
          </ac:spMkLst>
        </pc:spChg>
      </pc:sldChg>
      <pc:sldChg chg="modSp mod">
        <pc:chgData name="Luis Miralles" userId="699e2c5a-5018-4326-8814-50a037852b20" providerId="ADAL" clId="{8292260B-8CF0-E44D-8C42-42A4AA467157}" dt="2024-11-18T10:18:51.813" v="167" actId="27636"/>
        <pc:sldMkLst>
          <pc:docMk/>
          <pc:sldMk cId="0" sldId="259"/>
        </pc:sldMkLst>
        <pc:spChg chg="mod">
          <ac:chgData name="Luis Miralles" userId="699e2c5a-5018-4326-8814-50a037852b20" providerId="ADAL" clId="{8292260B-8CF0-E44D-8C42-42A4AA467157}" dt="2024-11-18T10:18:51.813" v="167" actId="27636"/>
          <ac:spMkLst>
            <pc:docMk/>
            <pc:sldMk cId="0" sldId="259"/>
            <ac:spMk id="75" creationId="{00000000-0000-0000-0000-000000000000}"/>
          </ac:spMkLst>
        </pc:spChg>
      </pc:sldChg>
      <pc:sldChg chg="modSp mod">
        <pc:chgData name="Luis Miralles" userId="699e2c5a-5018-4326-8814-50a037852b20" providerId="ADAL" clId="{8292260B-8CF0-E44D-8C42-42A4AA467157}" dt="2024-11-18T10:18:39.279" v="164" actId="2710"/>
        <pc:sldMkLst>
          <pc:docMk/>
          <pc:sldMk cId="2184762786" sldId="264"/>
        </pc:sldMkLst>
        <pc:spChg chg="mod">
          <ac:chgData name="Luis Miralles" userId="699e2c5a-5018-4326-8814-50a037852b20" providerId="ADAL" clId="{8292260B-8CF0-E44D-8C42-42A4AA467157}" dt="2024-11-12T12:41:50.708" v="45" actId="1076"/>
          <ac:spMkLst>
            <pc:docMk/>
            <pc:sldMk cId="2184762786" sldId="264"/>
            <ac:spMk id="2" creationId="{9C77F764-6FD7-02EF-3224-75C87BE3CF95}"/>
          </ac:spMkLst>
        </pc:spChg>
        <pc:spChg chg="mod">
          <ac:chgData name="Luis Miralles" userId="699e2c5a-5018-4326-8814-50a037852b20" providerId="ADAL" clId="{8292260B-8CF0-E44D-8C42-42A4AA467157}" dt="2024-11-18T10:18:39.279" v="164" actId="2710"/>
          <ac:spMkLst>
            <pc:docMk/>
            <pc:sldMk cId="2184762786" sldId="264"/>
            <ac:spMk id="3" creationId="{5E08D6F8-F446-44D2-DE92-7B0760735B87}"/>
          </ac:spMkLst>
        </pc:spChg>
      </pc:sldChg>
      <pc:sldChg chg="modSp mod">
        <pc:chgData name="Luis Miralles" userId="699e2c5a-5018-4326-8814-50a037852b20" providerId="ADAL" clId="{8292260B-8CF0-E44D-8C42-42A4AA467157}" dt="2024-11-18T10:18:45.468" v="165" actId="2710"/>
        <pc:sldMkLst>
          <pc:docMk/>
          <pc:sldMk cId="998163808" sldId="293"/>
        </pc:sldMkLst>
        <pc:spChg chg="mod">
          <ac:chgData name="Luis Miralles" userId="699e2c5a-5018-4326-8814-50a037852b20" providerId="ADAL" clId="{8292260B-8CF0-E44D-8C42-42A4AA467157}" dt="2024-11-12T12:42:09.814" v="49" actId="1076"/>
          <ac:spMkLst>
            <pc:docMk/>
            <pc:sldMk cId="998163808" sldId="293"/>
            <ac:spMk id="2" creationId="{DF03B380-F6F2-358E-DF4D-9AD9FB07711A}"/>
          </ac:spMkLst>
        </pc:spChg>
        <pc:spChg chg="mod">
          <ac:chgData name="Luis Miralles" userId="699e2c5a-5018-4326-8814-50a037852b20" providerId="ADAL" clId="{8292260B-8CF0-E44D-8C42-42A4AA467157}" dt="2024-11-18T10:18:45.468" v="165" actId="2710"/>
          <ac:spMkLst>
            <pc:docMk/>
            <pc:sldMk cId="998163808" sldId="293"/>
            <ac:spMk id="3" creationId="{5926E07B-6C74-A626-8481-DE04B1DCA53D}"/>
          </ac:spMkLst>
        </pc:spChg>
      </pc:sldChg>
      <pc:sldChg chg="modSp mod">
        <pc:chgData name="Luis Miralles" userId="699e2c5a-5018-4326-8814-50a037852b20" providerId="ADAL" clId="{8292260B-8CF0-E44D-8C42-42A4AA467157}" dt="2024-11-18T10:18:56.571" v="169" actId="27636"/>
        <pc:sldMkLst>
          <pc:docMk/>
          <pc:sldMk cId="0" sldId="294"/>
        </pc:sldMkLst>
        <pc:spChg chg="mod">
          <ac:chgData name="Luis Miralles" userId="699e2c5a-5018-4326-8814-50a037852b20" providerId="ADAL" clId="{8292260B-8CF0-E44D-8C42-42A4AA467157}" dt="2024-11-18T10:18:56.571" v="169" actId="27636"/>
          <ac:spMkLst>
            <pc:docMk/>
            <pc:sldMk cId="0" sldId="294"/>
            <ac:spMk id="62" creationId="{00000000-0000-0000-0000-000000000000}"/>
          </ac:spMkLst>
        </pc:spChg>
      </pc:sldChg>
      <pc:sldChg chg="modSp mod">
        <pc:chgData name="Luis Miralles" userId="699e2c5a-5018-4326-8814-50a037852b20" providerId="ADAL" clId="{8292260B-8CF0-E44D-8C42-42A4AA467157}" dt="2024-11-18T10:19:03.594" v="170" actId="2710"/>
        <pc:sldMkLst>
          <pc:docMk/>
          <pc:sldMk cId="0" sldId="295"/>
        </pc:sldMkLst>
        <pc:spChg chg="mod">
          <ac:chgData name="Luis Miralles" userId="699e2c5a-5018-4326-8814-50a037852b20" providerId="ADAL" clId="{8292260B-8CF0-E44D-8C42-42A4AA467157}" dt="2024-11-14T10:12:59.968" v="130"/>
          <ac:spMkLst>
            <pc:docMk/>
            <pc:sldMk cId="0" sldId="295"/>
            <ac:spMk id="4" creationId="{2E1C533D-82C9-83C7-97BB-3AE4DE9A0BFD}"/>
          </ac:spMkLst>
        </pc:spChg>
        <pc:spChg chg="mod">
          <ac:chgData name="Luis Miralles" userId="699e2c5a-5018-4326-8814-50a037852b20" providerId="ADAL" clId="{8292260B-8CF0-E44D-8C42-42A4AA467157}" dt="2024-11-18T10:19:03.594" v="170" actId="2710"/>
          <ac:spMkLst>
            <pc:docMk/>
            <pc:sldMk cId="0" sldId="295"/>
            <ac:spMk id="69" creationId="{00000000-0000-0000-0000-000000000000}"/>
          </ac:spMkLst>
        </pc:spChg>
      </pc:sldChg>
      <pc:sldChg chg="modSp mod">
        <pc:chgData name="Luis Miralles" userId="699e2c5a-5018-4326-8814-50a037852b20" providerId="ADAL" clId="{8292260B-8CF0-E44D-8C42-42A4AA467157}" dt="2024-11-14T10:23:15.612" v="163" actId="20577"/>
        <pc:sldMkLst>
          <pc:docMk/>
          <pc:sldMk cId="2600115231" sldId="296"/>
        </pc:sldMkLst>
        <pc:spChg chg="mod">
          <ac:chgData name="Luis Miralles" userId="699e2c5a-5018-4326-8814-50a037852b20" providerId="ADAL" clId="{8292260B-8CF0-E44D-8C42-42A4AA467157}" dt="2024-11-14T10:12:46.584" v="129" actId="207"/>
          <ac:spMkLst>
            <pc:docMk/>
            <pc:sldMk cId="2600115231" sldId="296"/>
            <ac:spMk id="5" creationId="{0C751B93-920E-DF98-F5C2-B6BFA753B8C0}"/>
          </ac:spMkLst>
        </pc:spChg>
        <pc:spChg chg="mod">
          <ac:chgData name="Luis Miralles" userId="699e2c5a-5018-4326-8814-50a037852b20" providerId="ADAL" clId="{8292260B-8CF0-E44D-8C42-42A4AA467157}" dt="2024-11-14T10:12:16.169" v="126" actId="14100"/>
          <ac:spMkLst>
            <pc:docMk/>
            <pc:sldMk cId="2600115231" sldId="296"/>
            <ac:spMk id="68" creationId="{00000000-0000-0000-0000-000000000000}"/>
          </ac:spMkLst>
        </pc:spChg>
        <pc:spChg chg="mod">
          <ac:chgData name="Luis Miralles" userId="699e2c5a-5018-4326-8814-50a037852b20" providerId="ADAL" clId="{8292260B-8CF0-E44D-8C42-42A4AA467157}" dt="2024-11-14T10:23:15.612" v="163" actId="20577"/>
          <ac:spMkLst>
            <pc:docMk/>
            <pc:sldMk cId="2600115231" sldId="296"/>
            <ac:spMk id="69" creationId="{00000000-0000-0000-0000-000000000000}"/>
          </ac:spMkLst>
        </pc:spChg>
      </pc:sldChg>
      <pc:sldChg chg="modSp mod">
        <pc:chgData name="Luis Miralles" userId="699e2c5a-5018-4326-8814-50a037852b20" providerId="ADAL" clId="{8292260B-8CF0-E44D-8C42-42A4AA467157}" dt="2024-11-14T10:17:25.355" v="154" actId="1076"/>
        <pc:sldMkLst>
          <pc:docMk/>
          <pc:sldMk cId="1437380067" sldId="297"/>
        </pc:sldMkLst>
        <pc:spChg chg="mod">
          <ac:chgData name="Luis Miralles" userId="699e2c5a-5018-4326-8814-50a037852b20" providerId="ADAL" clId="{8292260B-8CF0-E44D-8C42-42A4AA467157}" dt="2024-11-14T10:13:09.474" v="131"/>
          <ac:spMkLst>
            <pc:docMk/>
            <pc:sldMk cId="1437380067" sldId="297"/>
            <ac:spMk id="4" creationId="{E90CC612-8E15-825D-1599-311C800B0595}"/>
          </ac:spMkLst>
        </pc:spChg>
        <pc:spChg chg="mod">
          <ac:chgData name="Luis Miralles" userId="699e2c5a-5018-4326-8814-50a037852b20" providerId="ADAL" clId="{8292260B-8CF0-E44D-8C42-42A4AA467157}" dt="2024-11-14T10:17:25.355" v="154" actId="1076"/>
          <ac:spMkLst>
            <pc:docMk/>
            <pc:sldMk cId="1437380067" sldId="297"/>
            <ac:spMk id="68" creationId="{00000000-0000-0000-0000-000000000000}"/>
          </ac:spMkLst>
        </pc:spChg>
        <pc:spChg chg="mod">
          <ac:chgData name="Luis Miralles" userId="699e2c5a-5018-4326-8814-50a037852b20" providerId="ADAL" clId="{8292260B-8CF0-E44D-8C42-42A4AA467157}" dt="2024-11-14T10:17:19.794" v="153" actId="13926"/>
          <ac:spMkLst>
            <pc:docMk/>
            <pc:sldMk cId="1437380067" sldId="297"/>
            <ac:spMk id="69" creationId="{00000000-0000-0000-0000-000000000000}"/>
          </ac:spMkLst>
        </pc:spChg>
      </pc:sldChg>
      <pc:sldChg chg="delSp del mod">
        <pc:chgData name="Luis Miralles" userId="699e2c5a-5018-4326-8814-50a037852b20" providerId="ADAL" clId="{8292260B-8CF0-E44D-8C42-42A4AA467157}" dt="2024-11-12T10:08:40.014" v="25" actId="2696"/>
        <pc:sldMkLst>
          <pc:docMk/>
          <pc:sldMk cId="84546414" sldId="299"/>
        </pc:sldMkLst>
      </pc:sldChg>
      <pc:sldChg chg="modSp mod">
        <pc:chgData name="Luis Miralles" userId="699e2c5a-5018-4326-8814-50a037852b20" providerId="ADAL" clId="{8292260B-8CF0-E44D-8C42-42A4AA467157}" dt="2024-11-14T10:07:56.369" v="107" actId="1076"/>
        <pc:sldMkLst>
          <pc:docMk/>
          <pc:sldMk cId="491797461" sldId="301"/>
        </pc:sldMkLst>
        <pc:picChg chg="mod">
          <ac:chgData name="Luis Miralles" userId="699e2c5a-5018-4326-8814-50a037852b20" providerId="ADAL" clId="{8292260B-8CF0-E44D-8C42-42A4AA467157}" dt="2024-11-14T10:07:56.369" v="107" actId="1076"/>
          <ac:picMkLst>
            <pc:docMk/>
            <pc:sldMk cId="491797461" sldId="301"/>
            <ac:picMk id="4" creationId="{31A52B7D-D964-AE38-6892-9F03B39B6C88}"/>
          </ac:picMkLst>
        </pc:picChg>
      </pc:sldChg>
      <pc:sldChg chg="addSp modSp new">
        <pc:chgData name="Luis Miralles" userId="699e2c5a-5018-4326-8814-50a037852b20" providerId="ADAL" clId="{8292260B-8CF0-E44D-8C42-42A4AA467157}" dt="2024-11-12T10:08:34.466" v="23"/>
        <pc:sldMkLst>
          <pc:docMk/>
          <pc:sldMk cId="3349349073" sldId="302"/>
        </pc:sldMkLst>
        <pc:picChg chg="add mod">
          <ac:chgData name="Luis Miralles" userId="699e2c5a-5018-4326-8814-50a037852b20" providerId="ADAL" clId="{8292260B-8CF0-E44D-8C42-42A4AA467157}" dt="2024-11-12T10:08:34.466" v="23"/>
          <ac:picMkLst>
            <pc:docMk/>
            <pc:sldMk cId="3349349073" sldId="302"/>
            <ac:picMk id="3" creationId="{859C21F8-FCF2-0076-46C5-BB46F213F2E7}"/>
          </ac:picMkLst>
        </pc:picChg>
      </pc:sldChg>
      <pc:sldChg chg="addSp modSp new del">
        <pc:chgData name="Luis Miralles" userId="699e2c5a-5018-4326-8814-50a037852b20" providerId="ADAL" clId="{8292260B-8CF0-E44D-8C42-42A4AA467157}" dt="2024-11-14T10:14:44.506" v="133" actId="2696"/>
        <pc:sldMkLst>
          <pc:docMk/>
          <pc:sldMk cId="1545587173" sldId="303"/>
        </pc:sldMkLst>
      </pc:sldChg>
      <pc:sldChg chg="new del">
        <pc:chgData name="Luis Miralles" userId="699e2c5a-5018-4326-8814-50a037852b20" providerId="ADAL" clId="{8292260B-8CF0-E44D-8C42-42A4AA467157}" dt="2024-11-12T12:42:23.934" v="51" actId="2696"/>
        <pc:sldMkLst>
          <pc:docMk/>
          <pc:sldMk cId="3075452628" sldId="303"/>
        </pc:sldMkLst>
      </pc:sldChg>
      <pc:sldChg chg="addSp delSp modSp new mod ord">
        <pc:chgData name="Luis Miralles" userId="699e2c5a-5018-4326-8814-50a037852b20" providerId="ADAL" clId="{8292260B-8CF0-E44D-8C42-42A4AA467157}" dt="2024-11-14T10:14:42.128" v="132" actId="20578"/>
        <pc:sldMkLst>
          <pc:docMk/>
          <pc:sldMk cId="2173259526" sldId="304"/>
        </pc:sldMkLst>
        <pc:spChg chg="mod">
          <ac:chgData name="Luis Miralles" userId="699e2c5a-5018-4326-8814-50a037852b20" providerId="ADAL" clId="{8292260B-8CF0-E44D-8C42-42A4AA467157}" dt="2024-11-12T12:44:04.722" v="77" actId="14100"/>
          <ac:spMkLst>
            <pc:docMk/>
            <pc:sldMk cId="2173259526" sldId="304"/>
            <ac:spMk id="2" creationId="{EF028D95-A288-D66A-AA78-3AD2F824F382}"/>
          </ac:spMkLst>
        </pc:spChg>
        <pc:spChg chg="add mod">
          <ac:chgData name="Luis Miralles" userId="699e2c5a-5018-4326-8814-50a037852b20" providerId="ADAL" clId="{8292260B-8CF0-E44D-8C42-42A4AA467157}" dt="2024-11-12T12:47:42.237" v="93" actId="14100"/>
          <ac:spMkLst>
            <pc:docMk/>
            <pc:sldMk cId="2173259526" sldId="304"/>
            <ac:spMk id="7" creationId="{BE6E6B42-A7DE-F6A0-DB2B-A35A7ED8F166}"/>
          </ac:spMkLst>
        </pc:spChg>
        <pc:spChg chg="add mod">
          <ac:chgData name="Luis Miralles" userId="699e2c5a-5018-4326-8814-50a037852b20" providerId="ADAL" clId="{8292260B-8CF0-E44D-8C42-42A4AA467157}" dt="2024-11-12T13:17:52.901" v="97" actId="1076"/>
          <ac:spMkLst>
            <pc:docMk/>
            <pc:sldMk cId="2173259526" sldId="304"/>
            <ac:spMk id="9" creationId="{8DE5ED9E-643C-C48C-67B8-090AB87EF8CE}"/>
          </ac:spMkLst>
        </pc:spChg>
        <pc:picChg chg="add mod">
          <ac:chgData name="Luis Miralles" userId="699e2c5a-5018-4326-8814-50a037852b20" providerId="ADAL" clId="{8292260B-8CF0-E44D-8C42-42A4AA467157}" dt="2024-11-12T12:47:34.583" v="90" actId="1076"/>
          <ac:picMkLst>
            <pc:docMk/>
            <pc:sldMk cId="2173259526" sldId="304"/>
            <ac:picMk id="5" creationId="{DC5DE6A5-8ECD-85A6-9BF8-089140B0A2B4}"/>
          </ac:picMkLst>
        </pc:picChg>
      </pc:sldChg>
      <pc:sldChg chg="modSp new mod">
        <pc:chgData name="Luis Miralles" userId="699e2c5a-5018-4326-8814-50a037852b20" providerId="ADAL" clId="{8292260B-8CF0-E44D-8C42-42A4AA467157}" dt="2024-11-12T12:44:55.586" v="89" actId="20577"/>
        <pc:sldMkLst>
          <pc:docMk/>
          <pc:sldMk cId="2701249393" sldId="305"/>
        </pc:sldMkLst>
        <pc:spChg chg="mod">
          <ac:chgData name="Luis Miralles" userId="699e2c5a-5018-4326-8814-50a037852b20" providerId="ADAL" clId="{8292260B-8CF0-E44D-8C42-42A4AA467157}" dt="2024-11-12T12:44:55.586" v="89" actId="20577"/>
          <ac:spMkLst>
            <pc:docMk/>
            <pc:sldMk cId="2701249393" sldId="305"/>
            <ac:spMk id="2" creationId="{3679A11B-A663-6CF0-0069-90BF15320138}"/>
          </ac:spMkLst>
        </pc:spChg>
        <pc:spChg chg="mod">
          <ac:chgData name="Luis Miralles" userId="699e2c5a-5018-4326-8814-50a037852b20" providerId="ADAL" clId="{8292260B-8CF0-E44D-8C42-42A4AA467157}" dt="2024-11-12T12:44:52.193" v="80"/>
          <ac:spMkLst>
            <pc:docMk/>
            <pc:sldMk cId="2701249393" sldId="305"/>
            <ac:spMk id="3" creationId="{E815D9AE-8F61-02C6-9FA2-CC848D00ED01}"/>
          </ac:spMkLst>
        </pc:spChg>
      </pc:sldChg>
      <pc:sldChg chg="addSp modSp new mod">
        <pc:chgData name="Luis Miralles" userId="699e2c5a-5018-4326-8814-50a037852b20" providerId="ADAL" clId="{8292260B-8CF0-E44D-8C42-42A4AA467157}" dt="2024-11-18T18:02:14.439" v="184" actId="1076"/>
        <pc:sldMkLst>
          <pc:docMk/>
          <pc:sldMk cId="1482869878" sldId="306"/>
        </pc:sldMkLst>
        <pc:spChg chg="mod">
          <ac:chgData name="Luis Miralles" userId="699e2c5a-5018-4326-8814-50a037852b20" providerId="ADAL" clId="{8292260B-8CF0-E44D-8C42-42A4AA467157}" dt="2024-11-18T18:01:20.991" v="175"/>
          <ac:spMkLst>
            <pc:docMk/>
            <pc:sldMk cId="1482869878" sldId="306"/>
            <ac:spMk id="2" creationId="{DF52186D-803F-85FE-A121-DC16336DF682}"/>
          </ac:spMkLst>
        </pc:spChg>
        <pc:spChg chg="mod">
          <ac:chgData name="Luis Miralles" userId="699e2c5a-5018-4326-8814-50a037852b20" providerId="ADAL" clId="{8292260B-8CF0-E44D-8C42-42A4AA467157}" dt="2024-11-18T18:02:03.960" v="180" actId="27636"/>
          <ac:spMkLst>
            <pc:docMk/>
            <pc:sldMk cId="1482869878" sldId="306"/>
            <ac:spMk id="3" creationId="{CC734A98-9B8A-9428-6B3E-10B06260337C}"/>
          </ac:spMkLst>
        </pc:spChg>
        <pc:picChg chg="add mod">
          <ac:chgData name="Luis Miralles" userId="699e2c5a-5018-4326-8814-50a037852b20" providerId="ADAL" clId="{8292260B-8CF0-E44D-8C42-42A4AA467157}" dt="2024-11-18T18:02:14.439" v="184" actId="1076"/>
          <ac:picMkLst>
            <pc:docMk/>
            <pc:sldMk cId="1482869878" sldId="306"/>
            <ac:picMk id="1026" creationId="{E01824A4-DE72-73BC-E792-802B81188953}"/>
          </ac:picMkLst>
        </pc:picChg>
      </pc:sldChg>
      <pc:sldChg chg="modSp new mod">
        <pc:chgData name="Luis Miralles" userId="699e2c5a-5018-4326-8814-50a037852b20" providerId="ADAL" clId="{8292260B-8CF0-E44D-8C42-42A4AA467157}" dt="2024-11-21T12:14:05.983" v="389" actId="20577"/>
        <pc:sldMkLst>
          <pc:docMk/>
          <pc:sldMk cId="2476299461" sldId="307"/>
        </pc:sldMkLst>
        <pc:spChg chg="mod">
          <ac:chgData name="Luis Miralles" userId="699e2c5a-5018-4326-8814-50a037852b20" providerId="ADAL" clId="{8292260B-8CF0-E44D-8C42-42A4AA467157}" dt="2024-11-18T18:01:37.146" v="178" actId="27636"/>
          <ac:spMkLst>
            <pc:docMk/>
            <pc:sldMk cId="2476299461" sldId="307"/>
            <ac:spMk id="2" creationId="{FA43484D-BD53-CD87-CA9F-4886CF253452}"/>
          </ac:spMkLst>
        </pc:spChg>
        <pc:spChg chg="mod">
          <ac:chgData name="Luis Miralles" userId="699e2c5a-5018-4326-8814-50a037852b20" providerId="ADAL" clId="{8292260B-8CF0-E44D-8C42-42A4AA467157}" dt="2024-11-21T12:14:05.983" v="389" actId="20577"/>
          <ac:spMkLst>
            <pc:docMk/>
            <pc:sldMk cId="2476299461" sldId="307"/>
            <ac:spMk id="3" creationId="{0F70625D-15D9-26B7-75EC-1CB9FD2ADE9D}"/>
          </ac:spMkLst>
        </pc:spChg>
      </pc:sldChg>
      <pc:sldChg chg="modSp new mod">
        <pc:chgData name="Luis Miralles" userId="699e2c5a-5018-4326-8814-50a037852b20" providerId="ADAL" clId="{8292260B-8CF0-E44D-8C42-42A4AA467157}" dt="2024-11-21T12:19:11.611" v="390" actId="15"/>
        <pc:sldMkLst>
          <pc:docMk/>
          <pc:sldMk cId="1329666277" sldId="308"/>
        </pc:sldMkLst>
        <pc:spChg chg="mod">
          <ac:chgData name="Luis Miralles" userId="699e2c5a-5018-4326-8814-50a037852b20" providerId="ADAL" clId="{8292260B-8CF0-E44D-8C42-42A4AA467157}" dt="2024-11-18T18:05:50.644" v="210" actId="1076"/>
          <ac:spMkLst>
            <pc:docMk/>
            <pc:sldMk cId="1329666277" sldId="308"/>
            <ac:spMk id="2" creationId="{51B1228C-1431-428F-F3CF-3F652D824037}"/>
          </ac:spMkLst>
        </pc:spChg>
        <pc:spChg chg="mod">
          <ac:chgData name="Luis Miralles" userId="699e2c5a-5018-4326-8814-50a037852b20" providerId="ADAL" clId="{8292260B-8CF0-E44D-8C42-42A4AA467157}" dt="2024-11-21T12:19:11.611" v="390" actId="15"/>
          <ac:spMkLst>
            <pc:docMk/>
            <pc:sldMk cId="1329666277" sldId="308"/>
            <ac:spMk id="3" creationId="{544BBE85-97DB-1B78-32E1-032CBFE7191F}"/>
          </ac:spMkLst>
        </pc:spChg>
      </pc:sldChg>
      <pc:sldChg chg="modSp new mod">
        <pc:chgData name="Luis Miralles" userId="699e2c5a-5018-4326-8814-50a037852b20" providerId="ADAL" clId="{8292260B-8CF0-E44D-8C42-42A4AA467157}" dt="2024-11-21T12:19:33.907" v="392" actId="207"/>
        <pc:sldMkLst>
          <pc:docMk/>
          <pc:sldMk cId="403998696" sldId="309"/>
        </pc:sldMkLst>
        <pc:spChg chg="mod">
          <ac:chgData name="Luis Miralles" userId="699e2c5a-5018-4326-8814-50a037852b20" providerId="ADAL" clId="{8292260B-8CF0-E44D-8C42-42A4AA467157}" dt="2024-11-18T18:06:13.002" v="212"/>
          <ac:spMkLst>
            <pc:docMk/>
            <pc:sldMk cId="403998696" sldId="309"/>
            <ac:spMk id="2" creationId="{BA8D4AEC-6705-354F-6845-9AA9754F68AA}"/>
          </ac:spMkLst>
        </pc:spChg>
        <pc:spChg chg="mod">
          <ac:chgData name="Luis Miralles" userId="699e2c5a-5018-4326-8814-50a037852b20" providerId="ADAL" clId="{8292260B-8CF0-E44D-8C42-42A4AA467157}" dt="2024-11-21T12:19:33.907" v="392" actId="207"/>
          <ac:spMkLst>
            <pc:docMk/>
            <pc:sldMk cId="403998696" sldId="309"/>
            <ac:spMk id="3" creationId="{AD4AC7E2-480C-22D0-F91C-C1DE9DBFA523}"/>
          </ac:spMkLst>
        </pc:spChg>
      </pc:sldChg>
      <pc:sldChg chg="modSp new mod">
        <pc:chgData name="Luis Miralles" userId="699e2c5a-5018-4326-8814-50a037852b20" providerId="ADAL" clId="{8292260B-8CF0-E44D-8C42-42A4AA467157}" dt="2024-11-21T12:19:48.918" v="396" actId="27636"/>
        <pc:sldMkLst>
          <pc:docMk/>
          <pc:sldMk cId="2310300122" sldId="310"/>
        </pc:sldMkLst>
        <pc:spChg chg="mod">
          <ac:chgData name="Luis Miralles" userId="699e2c5a-5018-4326-8814-50a037852b20" providerId="ADAL" clId="{8292260B-8CF0-E44D-8C42-42A4AA467157}" dt="2024-11-18T18:07:41.511" v="239" actId="1076"/>
          <ac:spMkLst>
            <pc:docMk/>
            <pc:sldMk cId="2310300122" sldId="310"/>
            <ac:spMk id="2" creationId="{26BC5290-4095-7523-1E56-2FB83A938CD3}"/>
          </ac:spMkLst>
        </pc:spChg>
        <pc:spChg chg="mod">
          <ac:chgData name="Luis Miralles" userId="699e2c5a-5018-4326-8814-50a037852b20" providerId="ADAL" clId="{8292260B-8CF0-E44D-8C42-42A4AA467157}" dt="2024-11-21T12:19:48.918" v="396" actId="27636"/>
          <ac:spMkLst>
            <pc:docMk/>
            <pc:sldMk cId="2310300122" sldId="310"/>
            <ac:spMk id="3" creationId="{145B17AB-1EAE-F2A6-D0B9-3C4105250703}"/>
          </ac:spMkLst>
        </pc:spChg>
      </pc:sldChg>
      <pc:sldChg chg="modSp new mod">
        <pc:chgData name="Luis Miralles" userId="699e2c5a-5018-4326-8814-50a037852b20" providerId="ADAL" clId="{8292260B-8CF0-E44D-8C42-42A4AA467157}" dt="2024-11-18T18:08:45.678" v="255" actId="15"/>
        <pc:sldMkLst>
          <pc:docMk/>
          <pc:sldMk cId="3368885740" sldId="311"/>
        </pc:sldMkLst>
        <pc:spChg chg="mod">
          <ac:chgData name="Luis Miralles" userId="699e2c5a-5018-4326-8814-50a037852b20" providerId="ADAL" clId="{8292260B-8CF0-E44D-8C42-42A4AA467157}" dt="2024-11-18T18:08:25.715" v="250"/>
          <ac:spMkLst>
            <pc:docMk/>
            <pc:sldMk cId="3368885740" sldId="311"/>
            <ac:spMk id="2" creationId="{0F8FD228-7CE6-5D7C-07FD-45315F69C11F}"/>
          </ac:spMkLst>
        </pc:spChg>
        <pc:spChg chg="mod">
          <ac:chgData name="Luis Miralles" userId="699e2c5a-5018-4326-8814-50a037852b20" providerId="ADAL" clId="{8292260B-8CF0-E44D-8C42-42A4AA467157}" dt="2024-11-18T18:08:45.678" v="255" actId="15"/>
          <ac:spMkLst>
            <pc:docMk/>
            <pc:sldMk cId="3368885740" sldId="311"/>
            <ac:spMk id="3" creationId="{A3F9E085-08B6-FC2D-668D-8CC68EA2F050}"/>
          </ac:spMkLst>
        </pc:spChg>
      </pc:sldChg>
      <pc:sldChg chg="addSp delSp modSp new mod">
        <pc:chgData name="Luis Miralles" userId="699e2c5a-5018-4326-8814-50a037852b20" providerId="ADAL" clId="{8292260B-8CF0-E44D-8C42-42A4AA467157}" dt="2024-11-18T18:45:28.378" v="271"/>
        <pc:sldMkLst>
          <pc:docMk/>
          <pc:sldMk cId="4032304057" sldId="312"/>
        </pc:sldMkLst>
        <pc:spChg chg="mod">
          <ac:chgData name="Luis Miralles" userId="699e2c5a-5018-4326-8814-50a037852b20" providerId="ADAL" clId="{8292260B-8CF0-E44D-8C42-42A4AA467157}" dt="2024-11-18T18:43:54.513" v="265" actId="20577"/>
          <ac:spMkLst>
            <pc:docMk/>
            <pc:sldMk cId="4032304057" sldId="312"/>
            <ac:spMk id="2" creationId="{E47EB55C-FA39-25CB-17F7-7FB6653C288D}"/>
          </ac:spMkLst>
        </pc:spChg>
        <pc:graphicFrameChg chg="add mod modGraphic">
          <ac:chgData name="Luis Miralles" userId="699e2c5a-5018-4326-8814-50a037852b20" providerId="ADAL" clId="{8292260B-8CF0-E44D-8C42-42A4AA467157}" dt="2024-11-18T18:45:28.378" v="271"/>
          <ac:graphicFrameMkLst>
            <pc:docMk/>
            <pc:sldMk cId="4032304057" sldId="312"/>
            <ac:graphicFrameMk id="5" creationId="{6633761D-45B7-83FC-F582-69868EA37601}"/>
          </ac:graphicFrameMkLst>
        </pc:graphicFrameChg>
      </pc:sldChg>
      <pc:sldChg chg="addSp delSp modSp new mod">
        <pc:chgData name="Luis Miralles" userId="699e2c5a-5018-4326-8814-50a037852b20" providerId="ADAL" clId="{8292260B-8CF0-E44D-8C42-42A4AA467157}" dt="2024-11-18T20:44:11.075" v="374" actId="208"/>
        <pc:sldMkLst>
          <pc:docMk/>
          <pc:sldMk cId="3361399034" sldId="313"/>
        </pc:sldMkLst>
        <pc:spChg chg="mod">
          <ac:chgData name="Luis Miralles" userId="699e2c5a-5018-4326-8814-50a037852b20" providerId="ADAL" clId="{8292260B-8CF0-E44D-8C42-42A4AA467157}" dt="2024-11-18T20:44:11.075" v="374" actId="208"/>
          <ac:spMkLst>
            <pc:docMk/>
            <pc:sldMk cId="3361399034" sldId="313"/>
            <ac:spMk id="2" creationId="{AF9AE07D-F9E6-8A46-71E0-FF0FDB437E82}"/>
          </ac:spMkLst>
        </pc:spChg>
        <pc:picChg chg="add mod">
          <ac:chgData name="Luis Miralles" userId="699e2c5a-5018-4326-8814-50a037852b20" providerId="ADAL" clId="{8292260B-8CF0-E44D-8C42-42A4AA467157}" dt="2024-11-18T20:43:48.693" v="371" actId="732"/>
          <ac:picMkLst>
            <pc:docMk/>
            <pc:sldMk cId="3361399034" sldId="313"/>
            <ac:picMk id="3074" creationId="{2974DE97-0F57-F030-8AE1-CF3D89ED6178}"/>
          </ac:picMkLst>
        </pc:picChg>
      </pc:sldChg>
    </pc:docChg>
  </pc:docChgLst>
  <pc:docChgLst>
    <pc:chgData name="Luis Miralles" userId="699e2c5a-5018-4326-8814-50a037852b20" providerId="ADAL" clId="{C5FA6F18-B501-9942-AF88-1293B71E813B}"/>
    <pc:docChg chg="undo custSel modSld">
      <pc:chgData name="Luis Miralles" userId="699e2c5a-5018-4326-8814-50a037852b20" providerId="ADAL" clId="{C5FA6F18-B501-9942-AF88-1293B71E813B}" dt="2023-11-12T21:31:25.979" v="84" actId="207"/>
      <pc:docMkLst>
        <pc:docMk/>
      </pc:docMkLst>
      <pc:sldChg chg="modSp mod">
        <pc:chgData name="Luis Miralles" userId="699e2c5a-5018-4326-8814-50a037852b20" providerId="ADAL" clId="{C5FA6F18-B501-9942-AF88-1293B71E813B}" dt="2023-10-21T13:36:46.434" v="23" actId="20577"/>
        <pc:sldMkLst>
          <pc:docMk/>
          <pc:sldMk cId="2740838320" sldId="256"/>
        </pc:sldMkLst>
      </pc:sldChg>
      <pc:sldChg chg="modSp mod">
        <pc:chgData name="Luis Miralles" userId="699e2c5a-5018-4326-8814-50a037852b20" providerId="ADAL" clId="{C5FA6F18-B501-9942-AF88-1293B71E813B}" dt="2023-11-12T21:28:12.605" v="36" actId="1076"/>
        <pc:sldMkLst>
          <pc:docMk/>
          <pc:sldMk cId="0" sldId="259"/>
        </pc:sldMkLst>
      </pc:sldChg>
      <pc:sldChg chg="modSp mod">
        <pc:chgData name="Luis Miralles" userId="699e2c5a-5018-4326-8814-50a037852b20" providerId="ADAL" clId="{C5FA6F18-B501-9942-AF88-1293B71E813B}" dt="2023-11-12T21:31:25.979" v="84" actId="207"/>
        <pc:sldMkLst>
          <pc:docMk/>
          <pc:sldMk cId="0" sldId="294"/>
        </pc:sldMkLst>
      </pc:sldChg>
      <pc:sldChg chg="modSp mod">
        <pc:chgData name="Luis Miralles" userId="699e2c5a-5018-4326-8814-50a037852b20" providerId="ADAL" clId="{C5FA6F18-B501-9942-AF88-1293B71E813B}" dt="2023-11-12T21:29:17.525" v="63" actId="1076"/>
        <pc:sldMkLst>
          <pc:docMk/>
          <pc:sldMk cId="0" sldId="295"/>
        </pc:sldMkLst>
      </pc:sldChg>
      <pc:sldChg chg="modSp">
        <pc:chgData name="Luis Miralles" userId="699e2c5a-5018-4326-8814-50a037852b20" providerId="ADAL" clId="{C5FA6F18-B501-9942-AF88-1293B71E813B}" dt="2023-11-12T21:29:29.572" v="64" actId="208"/>
        <pc:sldMkLst>
          <pc:docMk/>
          <pc:sldMk cId="2600115231" sldId="296"/>
        </pc:sldMkLst>
      </pc:sldChg>
      <pc:sldChg chg="modSp mod">
        <pc:chgData name="Luis Miralles" userId="699e2c5a-5018-4326-8814-50a037852b20" providerId="ADAL" clId="{C5FA6F18-B501-9942-AF88-1293B71E813B}" dt="2023-11-12T21:29:58.079" v="72" actId="208"/>
        <pc:sldMkLst>
          <pc:docMk/>
          <pc:sldMk cId="1437380067" sldId="297"/>
        </pc:sldMkLst>
      </pc:sldChg>
      <pc:sldChg chg="delSp modSp mod">
        <pc:chgData name="Luis Miralles" userId="699e2c5a-5018-4326-8814-50a037852b20" providerId="ADAL" clId="{C5FA6F18-B501-9942-AF88-1293B71E813B}" dt="2023-11-12T21:30:12.256" v="73" actId="1076"/>
        <pc:sldMkLst>
          <pc:docMk/>
          <pc:sldMk cId="0" sldId="298"/>
        </pc:sldMkLst>
      </pc:sldChg>
      <pc:sldChg chg="addSp delSp modSp mod">
        <pc:chgData name="Luis Miralles" userId="699e2c5a-5018-4326-8814-50a037852b20" providerId="ADAL" clId="{C5FA6F18-B501-9942-AF88-1293B71E813B}" dt="2023-11-12T21:26:33.908" v="29" actId="1076"/>
        <pc:sldMkLst>
          <pc:docMk/>
          <pc:sldMk cId="491797461" sldId="30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31D101-FE02-E795-4EE3-6B3F37B9EC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356C3D61-E3D4-89C3-BB4F-A01897E55F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51FD8B-C127-42E1-A677-7DBB302F0765}" type="datetimeFigureOut">
              <a:rPr lang="en-IE" smtClean="0"/>
              <a:t>02/12/2024</a:t>
            </a:fld>
            <a:endParaRPr lang="en-IE"/>
          </a:p>
        </p:txBody>
      </p:sp>
      <p:sp>
        <p:nvSpPr>
          <p:cNvPr id="4" name="Footer Placeholder 3">
            <a:extLst>
              <a:ext uri="{FF2B5EF4-FFF2-40B4-BE49-F238E27FC236}">
                <a16:creationId xmlns:a16="http://schemas.microsoft.com/office/drawing/2014/main" id="{2B8CD473-5FD1-F8B8-7E9F-EB7E9BD197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832D633F-F6F6-60E8-1E0F-503DA71BC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3F9A04-B69E-4EE9-9A07-C5FD8C1409B6}" type="slidenum">
              <a:rPr lang="en-IE" smtClean="0"/>
              <a:t>‹#›</a:t>
            </a:fld>
            <a:endParaRPr lang="en-IE"/>
          </a:p>
        </p:txBody>
      </p:sp>
    </p:spTree>
    <p:extLst>
      <p:ext uri="{BB962C8B-B14F-4D97-AF65-F5344CB8AC3E}">
        <p14:creationId xmlns:p14="http://schemas.microsoft.com/office/powerpoint/2010/main" val="849213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00596-B5EC-404C-A3E5-7C34F07C3CB7}" type="datetimeFigureOut">
              <a:rPr lang="en-GB" smtClean="0"/>
              <a:t>02/12/2024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1F3FA-EEE6-4008-963E-F78DCEBB9B6C}" type="slidenum">
              <a:rPr lang="en-GB" smtClean="0"/>
              <a:t>‹#›</a:t>
            </a:fld>
            <a:endParaRPr lang="en-GB"/>
          </a:p>
        </p:txBody>
      </p:sp>
    </p:spTree>
    <p:extLst>
      <p:ext uri="{BB962C8B-B14F-4D97-AF65-F5344CB8AC3E}">
        <p14:creationId xmlns:p14="http://schemas.microsoft.com/office/powerpoint/2010/main" val="2969330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a:t>
            </a:fld>
            <a:endParaRPr lang="en-GB"/>
          </a:p>
        </p:txBody>
      </p:sp>
    </p:spTree>
    <p:extLst>
      <p:ext uri="{BB962C8B-B14F-4D97-AF65-F5344CB8AC3E}">
        <p14:creationId xmlns:p14="http://schemas.microsoft.com/office/powerpoint/2010/main" val="1911645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3</a:t>
            </a:fld>
            <a:endParaRPr lang="en-GB"/>
          </a:p>
        </p:txBody>
      </p:sp>
    </p:spTree>
    <p:extLst>
      <p:ext uri="{BB962C8B-B14F-4D97-AF65-F5344CB8AC3E}">
        <p14:creationId xmlns:p14="http://schemas.microsoft.com/office/powerpoint/2010/main" val="328749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4</a:t>
            </a:fld>
            <a:endParaRPr lang="en-GB"/>
          </a:p>
        </p:txBody>
      </p:sp>
    </p:spTree>
    <p:extLst>
      <p:ext uri="{BB962C8B-B14F-4D97-AF65-F5344CB8AC3E}">
        <p14:creationId xmlns:p14="http://schemas.microsoft.com/office/powerpoint/2010/main" val="3366044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5</a:t>
            </a:fld>
            <a:endParaRPr lang="en-GB"/>
          </a:p>
        </p:txBody>
      </p:sp>
    </p:spTree>
    <p:extLst>
      <p:ext uri="{BB962C8B-B14F-4D97-AF65-F5344CB8AC3E}">
        <p14:creationId xmlns:p14="http://schemas.microsoft.com/office/powerpoint/2010/main" val="2535612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7221ac929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7221ac929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7221ac92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7221ac92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7221ac929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7221ac929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7221ac929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7221ac929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0472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7221ac929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7221ac929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3739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7221ac9293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7221ac929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7221ac9293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7221ac929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1371F3FA-EEE6-4008-963E-F78DCEBB9B6C}" type="slidenum">
              <a:rPr lang="en-GB" smtClean="0"/>
              <a:t>13</a:t>
            </a:fld>
            <a:endParaRPr lang="en-GB"/>
          </a:p>
        </p:txBody>
      </p:sp>
    </p:spTree>
    <p:extLst>
      <p:ext uri="{BB962C8B-B14F-4D97-AF65-F5344CB8AC3E}">
        <p14:creationId xmlns:p14="http://schemas.microsoft.com/office/powerpoint/2010/main" val="3667463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7221ac929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7221ac929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1371F3FA-EEE6-4008-963E-F78DCEBB9B6C}" type="slidenum">
              <a:rPr lang="en-GB" smtClean="0"/>
              <a:t>20</a:t>
            </a:fld>
            <a:endParaRPr lang="en-GB"/>
          </a:p>
        </p:txBody>
      </p:sp>
    </p:spTree>
    <p:extLst>
      <p:ext uri="{BB962C8B-B14F-4D97-AF65-F5344CB8AC3E}">
        <p14:creationId xmlns:p14="http://schemas.microsoft.com/office/powerpoint/2010/main" val="4069902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C628F180-48E0-4AA3-9DDB-28D1E815DAD5}" type="datetime1">
              <a:rPr lang="en-GB" smtClean="0"/>
              <a:t>02/12/2024</a:t>
            </a:fld>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52275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CF8357B3-792D-45C8-A5E3-375CD2FC93EA}" type="datetime1">
              <a:rPr lang="en-GB" smtClean="0"/>
              <a:pPr/>
              <a:t>02/12/2024</a:t>
            </a:fld>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3979668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s">
    <p:bg>
      <p:bgPr>
        <a:solidFill>
          <a:srgbClr val="004C6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CF8357B3-792D-45C8-A5E3-375CD2FC93EA}" type="datetime1">
              <a:rPr lang="en-GB" smtClean="0"/>
              <a:pPr/>
              <a:t>02/12/2024</a:t>
            </a:fld>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4726" y="1825625"/>
            <a:ext cx="2084363"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743200" y="2147888"/>
            <a:ext cx="861060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45861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1709738"/>
            <a:ext cx="10515600" cy="2852737"/>
          </a:xfrm>
        </p:spPr>
        <p:txBody>
          <a:bodyPr anchor="b"/>
          <a:lstStyle>
            <a:lvl1pPr>
              <a:defRPr sz="6000">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53F90AE9-7E54-4C99-8887-D88AF3524E1B}" type="datetime1">
              <a:rPr lang="en-GB" smtClean="0"/>
              <a:pPr/>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53278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4816548"/>
            <a:ext cx="10515600" cy="1223851"/>
          </a:xfrm>
        </p:spPr>
        <p:txBody>
          <a:bodyPr anchor="b">
            <a:normAutofit/>
          </a:bodyPr>
          <a:lstStyle>
            <a:lvl1pPr algn="ctr">
              <a:defRPr sz="5400">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53F90AE9-7E54-4C99-8887-D88AF3524E1B}" type="datetime1">
              <a:rPr lang="en-GB" smtClean="0"/>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754313" y="712788"/>
            <a:ext cx="6794500" cy="41037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406811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D764A6A6-A921-4A2A-98B6-101BBB6E441B}" type="datetime1">
              <a:rPr lang="en-GB" smtClean="0"/>
              <a:t>02/12/2024</a:t>
            </a:fld>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671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B86ED810-C173-4B0E-912A-A0CE5E563277}" type="datetime1">
              <a:rPr lang="en-GB" smtClean="0"/>
              <a:t>02/12/2024</a:t>
            </a:fld>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5118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ECC13B55-8FCA-4DA4-AC78-B3100A5B2594}" type="datetime1">
              <a:rPr lang="en-GB" smtClean="0"/>
              <a:t>02/12/2024</a:t>
            </a:fld>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84876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0828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 colour">
    <p:bg>
      <p:bgPr>
        <a:solidFill>
          <a:schemeClr val="accent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97310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B30BCE03-B3A4-4FF4-8428-B21A8B5011F1}" type="datetime1">
              <a:rPr lang="en-GB" smtClean="0"/>
              <a:t>02/12/2024</a:t>
            </a:fld>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43735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0F8FA313-4A38-4EAD-86EB-2D8D5F57D26A}" type="datetime1">
              <a:rPr lang="en-GB" smtClean="0"/>
              <a:t>02/12/2024</a:t>
            </a:fld>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10615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1474DD92-0689-46D4-9C2A-552C58686E68}" type="datetime1">
              <a:rPr lang="en-GB" smtClean="0"/>
              <a:t>02/12/2024</a:t>
            </a:fld>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6511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4309FAC4-3DA8-4863-84F7-7F33571AE90B}" type="datetime1">
              <a:rPr lang="en-GB" smtClean="0"/>
              <a:t>02/12/2024</a:t>
            </a:fld>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131842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sz="24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dirty="0"/>
          </a:p>
        </p:txBody>
      </p:sp>
    </p:spTree>
    <p:extLst>
      <p:ext uri="{BB962C8B-B14F-4D97-AF65-F5344CB8AC3E}">
        <p14:creationId xmlns:p14="http://schemas.microsoft.com/office/powerpoint/2010/main" val="142353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838200" y="6388249"/>
            <a:ext cx="2743200" cy="365125"/>
          </a:xfrm>
          <a:prstGeom prst="rect">
            <a:avLst/>
          </a:prstGeom>
        </p:spPr>
        <p:txBody>
          <a:bodyPr vert="horz" lIns="91440" tIns="45720" rIns="91440" bIns="45720" rtlCol="0" anchor="ctr"/>
          <a:lstStyle>
            <a:lvl1pPr algn="l">
              <a:defRPr sz="1200">
                <a:solidFill>
                  <a:schemeClr val="bg1"/>
                </a:solidFill>
              </a:defRPr>
            </a:lvl1pPr>
          </a:lstStyle>
          <a:p>
            <a:fld id="{A02127B0-3699-4D16-99C4-CE122436B0DA}" type="datetime1">
              <a:rPr lang="en-GB" smtClean="0"/>
              <a:pPr/>
              <a:t>02/12/2024</a:t>
            </a:fld>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4038600" y="6388249"/>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8610600" y="6388249"/>
            <a:ext cx="2743200" cy="365125"/>
          </a:xfrm>
          <a:prstGeom prst="rect">
            <a:avLst/>
          </a:prstGeom>
        </p:spPr>
        <p:txBody>
          <a:bodyPr vert="horz" lIns="91440" tIns="45720" rIns="91440" bIns="45720" rtlCol="0" anchor="ctr"/>
          <a:lstStyle>
            <a:lvl1pPr algn="r">
              <a:defRPr sz="1600"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006714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2" r:id="rId6"/>
    <p:sldLayoutId id="2147483653" r:id="rId7"/>
    <p:sldLayoutId id="2147483654" r:id="rId8"/>
    <p:sldLayoutId id="2147483655" r:id="rId9"/>
    <p:sldLayoutId id="2147483662" r:id="rId10"/>
    <p:sldLayoutId id="2147483656" r:id="rId11"/>
    <p:sldLayoutId id="2147483657" r:id="rId12"/>
    <p:sldLayoutId id="2147483658" r:id="rId13"/>
    <p:sldLayoutId id="2147483659" r:id="rId14"/>
    <p:sldLayoutId id="2147483663" r:id="rId15"/>
  </p:sldLayoutIdLst>
  <p:hf hdr="0" ftr="0" dt="0"/>
  <p:txStyles>
    <p:title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9FA92C-B278-E264-6857-68AD13A165C3}"/>
              </a:ext>
            </a:extLst>
          </p:cNvPr>
          <p:cNvSpPr txBox="1">
            <a:spLocks noGrp="1"/>
          </p:cNvSpPr>
          <p:nvPr>
            <p:ph type="title" idx="4294967295"/>
          </p:nvPr>
        </p:nvSpPr>
        <p:spPr>
          <a:xfrm>
            <a:off x="506648" y="4558043"/>
            <a:ext cx="8064388"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4000" b="1" i="0" u="none" strike="noStrike" kern="1200" cap="none" spc="0" normalizeH="0" baseline="0" noProof="0" dirty="0">
                <a:ln>
                  <a:noFill/>
                </a:ln>
                <a:solidFill>
                  <a:schemeClr val="bg1"/>
                </a:solidFill>
                <a:effectLst/>
                <a:uLnTx/>
                <a:uFillTx/>
                <a:latin typeface="Helvetica" panose="020B0604020202020204" pitchFamily="34" charset="0"/>
                <a:ea typeface="Open Sans ExtraBold"/>
                <a:cs typeface="Helvetica" panose="020B0604020202020204" pitchFamily="34" charset="0"/>
              </a:rPr>
              <a:t>Association Rules</a:t>
            </a:r>
            <a:endParaRPr kumimoji="0" lang="en-IE" sz="4000" b="1" i="0" u="none" strike="noStrike" kern="1200" cap="none" spc="0" normalizeH="0" baseline="0" noProof="0" dirty="0">
              <a:ln>
                <a:noFill/>
              </a:ln>
              <a:solidFill>
                <a:schemeClr val="bg1"/>
              </a:solidFill>
              <a:effectLst/>
              <a:uLnTx/>
              <a:uFillTx/>
              <a:latin typeface="Helvetica" panose="020B0604020202020204" pitchFamily="34" charset="0"/>
              <a:ea typeface="+mn-ea"/>
              <a:cs typeface="Helvetica" panose="020B0604020202020204" pitchFamily="34" charset="0"/>
            </a:endParaRPr>
          </a:p>
        </p:txBody>
      </p:sp>
      <p:sp>
        <p:nvSpPr>
          <p:cNvPr id="7" name="TextBox 6">
            <a:extLst>
              <a:ext uri="{FF2B5EF4-FFF2-40B4-BE49-F238E27FC236}">
                <a16:creationId xmlns:a16="http://schemas.microsoft.com/office/drawing/2014/main" id="{864DDB32-DB2C-944E-8629-808B9BC36D30}"/>
              </a:ext>
            </a:extLst>
          </p:cNvPr>
          <p:cNvSpPr txBox="1"/>
          <p:nvPr/>
        </p:nvSpPr>
        <p:spPr>
          <a:xfrm>
            <a:off x="506648" y="5434779"/>
            <a:ext cx="2021451" cy="492443"/>
          </a:xfrm>
          <a:prstGeom prst="rect">
            <a:avLst/>
          </a:prstGeom>
          <a:noFill/>
        </p:spPr>
        <p:txBody>
          <a:bodyPr wrap="none" lIns="91440" tIns="45720" rIns="91440" bIns="45720" rtlCol="0" anchor="t">
            <a:spAutoFit/>
          </a:bodyPr>
          <a:lstStyle/>
          <a:p>
            <a:r>
              <a:rPr lang="en-US" sz="2600" dirty="0">
                <a:solidFill>
                  <a:schemeClr val="bg1"/>
                </a:solidFill>
                <a:latin typeface="Open Sans Light"/>
                <a:cs typeface="Open Sans Light"/>
              </a:rPr>
              <a:t>Luis Miralles</a:t>
            </a:r>
          </a:p>
        </p:txBody>
      </p:sp>
      <p:pic>
        <p:nvPicPr>
          <p:cNvPr id="3" name="Picture 2" descr="Free Assorted Variety of Fruits Stock Photo">
            <a:extLst>
              <a:ext uri="{FF2B5EF4-FFF2-40B4-BE49-F238E27FC236}">
                <a16:creationId xmlns:a16="http://schemas.microsoft.com/office/drawing/2014/main" id="{1E49475A-58EA-BEF5-99A3-D3E40D851A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4432"/>
          <a:stretch/>
        </p:blipFill>
        <p:spPr bwMode="auto">
          <a:xfrm>
            <a:off x="387196" y="378161"/>
            <a:ext cx="6168044" cy="3518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838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upermarket News and Trends on Food Courts, Restaurants, Grocerants, and  Online Shopping. | Epicurious">
            <a:extLst>
              <a:ext uri="{FF2B5EF4-FFF2-40B4-BE49-F238E27FC236}">
                <a16:creationId xmlns:a16="http://schemas.microsoft.com/office/drawing/2014/main" id="{2974DE97-0F57-F030-8AE1-CF3D89ED61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901"/>
          <a:stretch/>
        </p:blipFill>
        <p:spPr bwMode="auto">
          <a:xfrm>
            <a:off x="0" y="-1"/>
            <a:ext cx="12065000" cy="73168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F9AE07D-F9E6-8A46-71E0-FF0FDB437E82}"/>
              </a:ext>
            </a:extLst>
          </p:cNvPr>
          <p:cNvSpPr>
            <a:spLocks noGrp="1"/>
          </p:cNvSpPr>
          <p:nvPr>
            <p:ph type="title"/>
          </p:nvPr>
        </p:nvSpPr>
        <p:spPr>
          <a:xfrm>
            <a:off x="1066800" y="104626"/>
            <a:ext cx="10515600" cy="1325563"/>
          </a:xfrm>
          <a:solidFill>
            <a:schemeClr val="bg1"/>
          </a:solidFill>
          <a:ln>
            <a:solidFill>
              <a:schemeClr val="tx1"/>
            </a:solidFill>
          </a:ln>
        </p:spPr>
        <p:txBody>
          <a:bodyPr/>
          <a:lstStyle/>
          <a:p>
            <a:r>
              <a:rPr lang="en-IE" dirty="0"/>
              <a:t>How often do you end up buying more items than you were expecting?</a:t>
            </a:r>
          </a:p>
        </p:txBody>
      </p:sp>
      <p:sp>
        <p:nvSpPr>
          <p:cNvPr id="4" name="Slide Number Placeholder 3">
            <a:extLst>
              <a:ext uri="{FF2B5EF4-FFF2-40B4-BE49-F238E27FC236}">
                <a16:creationId xmlns:a16="http://schemas.microsoft.com/office/drawing/2014/main" id="{F4DB4BBE-994D-9367-5729-5FF60F435884}"/>
              </a:ext>
            </a:extLst>
          </p:cNvPr>
          <p:cNvSpPr>
            <a:spLocks noGrp="1"/>
          </p:cNvSpPr>
          <p:nvPr>
            <p:ph type="sldNum" sz="quarter" idx="12"/>
          </p:nvPr>
        </p:nvSpPr>
        <p:spPr/>
        <p:txBody>
          <a:bodyPr/>
          <a:lstStyle/>
          <a:p>
            <a:fld id="{1AE971F0-0CD2-4C47-8087-EBCE9716EA84}" type="slidenum">
              <a:rPr lang="en-GB" smtClean="0"/>
              <a:pPr/>
              <a:t>2</a:t>
            </a:fld>
            <a:endParaRPr lang="en-GB" dirty="0"/>
          </a:p>
        </p:txBody>
      </p:sp>
    </p:spTree>
    <p:extLst>
      <p:ext uri="{BB962C8B-B14F-4D97-AF65-F5344CB8AC3E}">
        <p14:creationId xmlns:p14="http://schemas.microsoft.com/office/powerpoint/2010/main" val="336139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7F764-6FD7-02EF-3224-75C87BE3CF95}"/>
              </a:ext>
            </a:extLst>
          </p:cNvPr>
          <p:cNvSpPr>
            <a:spLocks noGrp="1"/>
          </p:cNvSpPr>
          <p:nvPr>
            <p:ph type="title"/>
          </p:nvPr>
        </p:nvSpPr>
        <p:spPr>
          <a:xfrm>
            <a:off x="562627" y="288776"/>
            <a:ext cx="10515600" cy="1325563"/>
          </a:xfrm>
        </p:spPr>
        <p:txBody>
          <a:bodyPr>
            <a:normAutofit/>
          </a:bodyPr>
          <a:lstStyle/>
          <a:p>
            <a:r>
              <a:rPr lang="en-US" dirty="0"/>
              <a:t>Structure of the class</a:t>
            </a:r>
          </a:p>
        </p:txBody>
      </p:sp>
      <p:sp>
        <p:nvSpPr>
          <p:cNvPr id="3" name="Text Placeholder 2">
            <a:extLst>
              <a:ext uri="{FF2B5EF4-FFF2-40B4-BE49-F238E27FC236}">
                <a16:creationId xmlns:a16="http://schemas.microsoft.com/office/drawing/2014/main" id="{5E08D6F8-F446-44D2-DE92-7B0760735B87}"/>
              </a:ext>
            </a:extLst>
          </p:cNvPr>
          <p:cNvSpPr>
            <a:spLocks noGrp="1"/>
          </p:cNvSpPr>
          <p:nvPr>
            <p:ph idx="1"/>
          </p:nvPr>
        </p:nvSpPr>
        <p:spPr>
          <a:xfrm>
            <a:off x="737992" y="1614339"/>
            <a:ext cx="10515600" cy="4351338"/>
          </a:xfrm>
        </p:spPr>
        <p:txBody>
          <a:bodyPr>
            <a:normAutofit/>
          </a:bodyPr>
          <a:lstStyle/>
          <a:p>
            <a:pPr>
              <a:lnSpc>
                <a:spcPct val="100000"/>
              </a:lnSpc>
            </a:pPr>
            <a:r>
              <a:rPr lang="en-US" sz="2400" dirty="0"/>
              <a:t>Review of time series of the previous class</a:t>
            </a:r>
          </a:p>
          <a:p>
            <a:pPr>
              <a:lnSpc>
                <a:spcPct val="100000"/>
              </a:lnSpc>
            </a:pPr>
            <a:r>
              <a:rPr lang="en-US" sz="2400" dirty="0"/>
              <a:t>Orange DM applied to Time Series.</a:t>
            </a:r>
          </a:p>
          <a:p>
            <a:pPr>
              <a:lnSpc>
                <a:spcPct val="100000"/>
              </a:lnSpc>
            </a:pPr>
            <a:r>
              <a:rPr lang="en-US" sz="2400" dirty="0"/>
              <a:t>Introduction to </a:t>
            </a:r>
            <a:r>
              <a:rPr lang="en-US" sz="2400" dirty="0">
                <a:highlight>
                  <a:srgbClr val="FFFF00"/>
                </a:highlight>
              </a:rPr>
              <a:t>Association Rules</a:t>
            </a:r>
          </a:p>
          <a:p>
            <a:pPr>
              <a:lnSpc>
                <a:spcPct val="100000"/>
              </a:lnSpc>
            </a:pPr>
            <a:r>
              <a:rPr lang="en-US" sz="2400" dirty="0"/>
              <a:t>Orange data mining exercises for Association Rules</a:t>
            </a:r>
          </a:p>
          <a:p>
            <a:pPr>
              <a:lnSpc>
                <a:spcPct val="100000"/>
              </a:lnSpc>
            </a:pPr>
            <a:r>
              <a:rPr lang="en-US" sz="2400" dirty="0"/>
              <a:t>Text mining and Image classification</a:t>
            </a:r>
          </a:p>
          <a:p>
            <a:pPr>
              <a:lnSpc>
                <a:spcPct val="100000"/>
              </a:lnSpc>
            </a:pPr>
            <a:r>
              <a:rPr lang="en-US" sz="2400" dirty="0"/>
              <a:t>Orange data mining exercises for Text Mining and Images</a:t>
            </a:r>
          </a:p>
          <a:p>
            <a:pPr>
              <a:lnSpc>
                <a:spcPct val="100000"/>
              </a:lnSpc>
            </a:pPr>
            <a:r>
              <a:rPr lang="en-US" sz="2400" dirty="0"/>
              <a:t>Showcase of Time Series Class and Clustering</a:t>
            </a:r>
          </a:p>
        </p:txBody>
      </p:sp>
      <p:sp>
        <p:nvSpPr>
          <p:cNvPr id="4" name="Slide Number Placeholder 3">
            <a:extLst>
              <a:ext uri="{FF2B5EF4-FFF2-40B4-BE49-F238E27FC236}">
                <a16:creationId xmlns:a16="http://schemas.microsoft.com/office/drawing/2014/main" id="{8E717A2D-79FC-2D39-4EC4-503D01231A30}"/>
              </a:ext>
            </a:extLst>
          </p:cNvPr>
          <p:cNvSpPr>
            <a:spLocks noGrp="1"/>
          </p:cNvSpPr>
          <p:nvPr>
            <p:ph type="sldNum" sz="quarter" idx="12"/>
          </p:nvPr>
        </p:nvSpPr>
        <p:spPr/>
        <p:txBody>
          <a:bodyPr>
            <a:normAutofit/>
          </a:bodyPr>
          <a:lstStyle/>
          <a:p>
            <a:fld id="{00000000-1234-1234-1234-123412341234}" type="slidenum">
              <a:rPr lang="en-GB" smtClean="0"/>
              <a:pPr/>
              <a:t>3</a:t>
            </a:fld>
            <a:endParaRPr lang="en-GB"/>
          </a:p>
        </p:txBody>
      </p:sp>
    </p:spTree>
    <p:extLst>
      <p:ext uri="{BB962C8B-B14F-4D97-AF65-F5344CB8AC3E}">
        <p14:creationId xmlns:p14="http://schemas.microsoft.com/office/powerpoint/2010/main" val="218476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3B380-F6F2-358E-DF4D-9AD9FB07711A}"/>
              </a:ext>
            </a:extLst>
          </p:cNvPr>
          <p:cNvSpPr>
            <a:spLocks noGrp="1"/>
          </p:cNvSpPr>
          <p:nvPr>
            <p:ph type="title"/>
          </p:nvPr>
        </p:nvSpPr>
        <p:spPr>
          <a:xfrm>
            <a:off x="612732" y="192013"/>
            <a:ext cx="10515600" cy="1325563"/>
          </a:xfrm>
        </p:spPr>
        <p:txBody>
          <a:bodyPr>
            <a:normAutofit/>
          </a:bodyPr>
          <a:lstStyle/>
          <a:p>
            <a:r>
              <a:rPr lang="en-US" dirty="0"/>
              <a:t>Learning outcomes</a:t>
            </a:r>
          </a:p>
        </p:txBody>
      </p:sp>
      <p:sp>
        <p:nvSpPr>
          <p:cNvPr id="3" name="Text Placeholder 2">
            <a:extLst>
              <a:ext uri="{FF2B5EF4-FFF2-40B4-BE49-F238E27FC236}">
                <a16:creationId xmlns:a16="http://schemas.microsoft.com/office/drawing/2014/main" id="{5926E07B-6C74-A626-8481-DE04B1DCA53D}"/>
              </a:ext>
            </a:extLst>
          </p:cNvPr>
          <p:cNvSpPr>
            <a:spLocks noGrp="1"/>
          </p:cNvSpPr>
          <p:nvPr>
            <p:ph idx="1"/>
          </p:nvPr>
        </p:nvSpPr>
        <p:spPr>
          <a:xfrm>
            <a:off x="612732" y="1690688"/>
            <a:ext cx="10515600" cy="4351338"/>
          </a:xfrm>
        </p:spPr>
        <p:txBody>
          <a:bodyPr>
            <a:normAutofit/>
          </a:bodyPr>
          <a:lstStyle/>
          <a:p>
            <a:pPr>
              <a:lnSpc>
                <a:spcPct val="100000"/>
              </a:lnSpc>
            </a:pPr>
            <a:r>
              <a:rPr lang="en-US" dirty="0"/>
              <a:t>Learn the concept of </a:t>
            </a:r>
            <a:r>
              <a:rPr lang="en-US" dirty="0">
                <a:highlight>
                  <a:srgbClr val="FFFF00"/>
                </a:highlight>
              </a:rPr>
              <a:t>Time Series and clustering </a:t>
            </a:r>
            <a:r>
              <a:rPr lang="en-US" dirty="0"/>
              <a:t>applied to TS</a:t>
            </a:r>
          </a:p>
          <a:p>
            <a:pPr>
              <a:lnSpc>
                <a:spcPct val="100000"/>
              </a:lnSpc>
            </a:pPr>
            <a:r>
              <a:rPr lang="en-US" dirty="0"/>
              <a:t>Learn what Time series similarity measures are</a:t>
            </a:r>
          </a:p>
          <a:p>
            <a:pPr>
              <a:lnSpc>
                <a:spcPct val="100000"/>
              </a:lnSpc>
            </a:pPr>
            <a:r>
              <a:rPr lang="en-US" dirty="0"/>
              <a:t>Predict future points using ARIMA</a:t>
            </a:r>
          </a:p>
          <a:p>
            <a:pPr>
              <a:lnSpc>
                <a:spcPct val="100000"/>
              </a:lnSpc>
            </a:pPr>
            <a:r>
              <a:rPr lang="en-US" dirty="0"/>
              <a:t>Introducing the concept of association rules and basket analysis</a:t>
            </a:r>
          </a:p>
          <a:p>
            <a:pPr>
              <a:lnSpc>
                <a:spcPct val="100000"/>
              </a:lnSpc>
            </a:pPr>
            <a:r>
              <a:rPr lang="en-US" dirty="0"/>
              <a:t>Getting familiar with Orange DM</a:t>
            </a:r>
          </a:p>
          <a:p>
            <a:pPr>
              <a:lnSpc>
                <a:spcPct val="100000"/>
              </a:lnSpc>
            </a:pPr>
            <a:r>
              <a:rPr lang="en-US" dirty="0"/>
              <a:t>Introduction to </a:t>
            </a:r>
            <a:r>
              <a:rPr lang="en-US" dirty="0">
                <a:highlight>
                  <a:srgbClr val="FFFF00"/>
                </a:highlight>
              </a:rPr>
              <a:t>Natural Language Processing </a:t>
            </a:r>
            <a:r>
              <a:rPr lang="en-US" dirty="0"/>
              <a:t>and </a:t>
            </a:r>
            <a:r>
              <a:rPr lang="en-US" dirty="0">
                <a:highlight>
                  <a:srgbClr val="FFFF00"/>
                </a:highlight>
              </a:rPr>
              <a:t>Text Mining</a:t>
            </a:r>
          </a:p>
          <a:p>
            <a:pPr>
              <a:lnSpc>
                <a:spcPct val="100000"/>
              </a:lnSpc>
            </a:pPr>
            <a:r>
              <a:rPr lang="en-US" dirty="0"/>
              <a:t>Introduction to Image Classification</a:t>
            </a:r>
          </a:p>
        </p:txBody>
      </p:sp>
      <p:sp>
        <p:nvSpPr>
          <p:cNvPr id="4" name="Slide Number Placeholder 3">
            <a:extLst>
              <a:ext uri="{FF2B5EF4-FFF2-40B4-BE49-F238E27FC236}">
                <a16:creationId xmlns:a16="http://schemas.microsoft.com/office/drawing/2014/main" id="{5A55AB25-4F20-A311-7E43-53057BFF95CA}"/>
              </a:ext>
            </a:extLst>
          </p:cNvPr>
          <p:cNvSpPr>
            <a:spLocks noGrp="1"/>
          </p:cNvSpPr>
          <p:nvPr>
            <p:ph type="sldNum" sz="quarter" idx="12"/>
          </p:nvPr>
        </p:nvSpPr>
        <p:spPr/>
        <p:txBody>
          <a:bodyPr>
            <a:normAutofit/>
          </a:bodyPr>
          <a:lstStyle/>
          <a:p>
            <a:fld id="{00000000-1234-1234-1234-123412341234}" type="slidenum">
              <a:rPr lang="en-GB" smtClean="0"/>
              <a:pPr/>
              <a:t>4</a:t>
            </a:fld>
            <a:endParaRPr lang="en-GB"/>
          </a:p>
        </p:txBody>
      </p:sp>
    </p:spTree>
    <p:extLst>
      <p:ext uri="{BB962C8B-B14F-4D97-AF65-F5344CB8AC3E}">
        <p14:creationId xmlns:p14="http://schemas.microsoft.com/office/powerpoint/2010/main" val="998163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p:txBody>
          <a:bodyPr/>
          <a:lstStyle/>
          <a:p>
            <a:r>
              <a:rPr lang="en-GB" dirty="0"/>
              <a:t>Section 1 Association rules</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5</a:t>
            </a:fld>
            <a:endParaRPr lang="en-GB"/>
          </a:p>
        </p:txBody>
      </p:sp>
      <p:pic>
        <p:nvPicPr>
          <p:cNvPr id="4" name="Picture 3">
            <a:extLst>
              <a:ext uri="{FF2B5EF4-FFF2-40B4-BE49-F238E27FC236}">
                <a16:creationId xmlns:a16="http://schemas.microsoft.com/office/drawing/2014/main" id="{31A52B7D-D964-AE38-6892-9F03B39B6C88}"/>
              </a:ext>
            </a:extLst>
          </p:cNvPr>
          <p:cNvPicPr>
            <a:picLocks noChangeAspect="1"/>
          </p:cNvPicPr>
          <p:nvPr/>
        </p:nvPicPr>
        <p:blipFill>
          <a:blip r:embed="rId3"/>
          <a:stretch>
            <a:fillRect/>
          </a:stretch>
        </p:blipFill>
        <p:spPr>
          <a:xfrm>
            <a:off x="4254318" y="979714"/>
            <a:ext cx="3299181" cy="3299181"/>
          </a:xfrm>
          <a:prstGeom prst="rect">
            <a:avLst/>
          </a:prstGeom>
        </p:spPr>
      </p:pic>
    </p:spTree>
    <p:extLst>
      <p:ext uri="{BB962C8B-B14F-4D97-AF65-F5344CB8AC3E}">
        <p14:creationId xmlns:p14="http://schemas.microsoft.com/office/powerpoint/2010/main" val="491797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GB" dirty="0" err="1"/>
              <a:t>Apriori</a:t>
            </a:r>
            <a:r>
              <a:rPr lang="en-GB" dirty="0"/>
              <a:t> Algorithm in Machine Learning: </a:t>
            </a:r>
            <a:br>
              <a:rPr lang="en-GB" sz="3733" dirty="0"/>
            </a:br>
            <a:r>
              <a:rPr lang="en-GB" dirty="0"/>
              <a:t>Discovering rules</a:t>
            </a:r>
            <a:endParaRPr dirty="0"/>
          </a:p>
        </p:txBody>
      </p:sp>
      <p:sp>
        <p:nvSpPr>
          <p:cNvPr id="75" name="Google Shape;75;p16"/>
          <p:cNvSpPr txBox="1">
            <a:spLocks noGrp="1"/>
          </p:cNvSpPr>
          <p:nvPr>
            <p:ph idx="1"/>
          </p:nvPr>
        </p:nvSpPr>
        <p:spPr>
          <a:xfrm>
            <a:off x="838200" y="1690688"/>
            <a:ext cx="10515600" cy="4351338"/>
          </a:xfrm>
          <a:prstGeom prst="rect">
            <a:avLst/>
          </a:prstGeom>
        </p:spPr>
        <p:txBody>
          <a:bodyPr spcFirstLastPara="1" vert="horz" wrap="square" lIns="121900" tIns="121900" rIns="121900" bIns="121900" rtlCol="0" anchor="t" anchorCtr="0">
            <a:normAutofit lnSpcReduction="10000"/>
          </a:bodyPr>
          <a:lstStyle/>
          <a:p>
            <a:pPr>
              <a:lnSpc>
                <a:spcPct val="100000"/>
              </a:lnSpc>
            </a:pPr>
            <a:r>
              <a:rPr lang="en-GB" dirty="0"/>
              <a:t>A rule tells you associations between the items of the rule.</a:t>
            </a:r>
            <a:endParaRPr dirty="0"/>
          </a:p>
          <a:p>
            <a:pPr>
              <a:lnSpc>
                <a:spcPct val="100000"/>
              </a:lnSpc>
            </a:pPr>
            <a:r>
              <a:rPr lang="en-GB" dirty="0"/>
              <a:t>When a </a:t>
            </a:r>
            <a:r>
              <a:rPr lang="en-GB" dirty="0">
                <a:highlight>
                  <a:srgbClr val="FFFF00"/>
                </a:highlight>
              </a:rPr>
              <a:t>dataset contains millions of transactions</a:t>
            </a:r>
            <a:r>
              <a:rPr lang="en-GB" dirty="0"/>
              <a:t>, tools are needed to identify the most important relationships.</a:t>
            </a:r>
            <a:endParaRPr dirty="0"/>
          </a:p>
          <a:p>
            <a:pPr>
              <a:lnSpc>
                <a:spcPct val="100000"/>
              </a:lnSpc>
            </a:pPr>
            <a:r>
              <a:rPr lang="en-GB" dirty="0"/>
              <a:t>The </a:t>
            </a:r>
            <a:r>
              <a:rPr lang="en-GB" b="1" dirty="0" err="1"/>
              <a:t>Apriori</a:t>
            </a:r>
            <a:r>
              <a:rPr lang="en-GB" b="1" dirty="0"/>
              <a:t> algorithm, </a:t>
            </a:r>
            <a:r>
              <a:rPr lang="en-GB" dirty="0"/>
              <a:t>developed by </a:t>
            </a:r>
            <a:r>
              <a:rPr lang="en-GB" b="1" dirty="0"/>
              <a:t>R. Agrawal and Srikant in 1994</a:t>
            </a:r>
            <a:r>
              <a:rPr lang="en-GB" dirty="0"/>
              <a:t>, is well-known for detecting this association.</a:t>
            </a:r>
            <a:endParaRPr dirty="0"/>
          </a:p>
          <a:p>
            <a:pPr>
              <a:lnSpc>
                <a:spcPct val="100000"/>
              </a:lnSpc>
            </a:pPr>
            <a:r>
              <a:rPr lang="en-GB" dirty="0"/>
              <a:t>Big companies use finding these patterns to increase their sales. Think of Amazon, Google with its ads, Google News, Podcasts, etc.</a:t>
            </a:r>
            <a:endParaRPr dirty="0"/>
          </a:p>
        </p:txBody>
      </p:sp>
      <p:sp>
        <p:nvSpPr>
          <p:cNvPr id="2" name="Slide Number Placeholder 1">
            <a:extLst>
              <a:ext uri="{FF2B5EF4-FFF2-40B4-BE49-F238E27FC236}">
                <a16:creationId xmlns:a16="http://schemas.microsoft.com/office/drawing/2014/main" id="{D52AF278-FB30-A4BE-A1A1-03D2882E27B3}"/>
              </a:ext>
            </a:extLst>
          </p:cNvPr>
          <p:cNvSpPr>
            <a:spLocks noGrp="1"/>
          </p:cNvSpPr>
          <p:nvPr>
            <p:ph type="sldNum" sz="quarter" idx="12"/>
          </p:nvPr>
        </p:nvSpPr>
        <p:spPr/>
        <p:txBody>
          <a:bodyPr>
            <a:normAutofit/>
          </a:bodyPr>
          <a:lstStyle/>
          <a:p>
            <a:fld id="{00000000-1234-1234-1234-123412341234}" type="slidenum">
              <a:rPr lang="en-GB" smtClean="0"/>
              <a:pPr/>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838200" y="365126"/>
            <a:ext cx="10515600" cy="701404"/>
          </a:xfrm>
          <a:prstGeom prst="rect">
            <a:avLst/>
          </a:prstGeom>
        </p:spPr>
        <p:txBody>
          <a:bodyPr spcFirstLastPara="1" vert="horz" wrap="square" lIns="121900" tIns="121900" rIns="121900" bIns="121900" rtlCol="0" anchor="ctr" anchorCtr="0">
            <a:normAutofit fontScale="90000"/>
          </a:bodyPr>
          <a:lstStyle/>
          <a:p>
            <a:r>
              <a:rPr lang="en-GB" dirty="0"/>
              <a:t>Association rules</a:t>
            </a:r>
            <a:endParaRPr dirty="0"/>
          </a:p>
        </p:txBody>
      </p:sp>
      <p:sp>
        <p:nvSpPr>
          <p:cNvPr id="62" name="Google Shape;62;p14"/>
          <p:cNvSpPr txBox="1">
            <a:spLocks noGrp="1"/>
          </p:cNvSpPr>
          <p:nvPr>
            <p:ph idx="1"/>
          </p:nvPr>
        </p:nvSpPr>
        <p:spPr>
          <a:xfrm>
            <a:off x="697523" y="979426"/>
            <a:ext cx="10515600" cy="4899148"/>
          </a:xfrm>
          <a:prstGeom prst="rect">
            <a:avLst/>
          </a:prstGeom>
        </p:spPr>
        <p:txBody>
          <a:bodyPr spcFirstLastPara="1" vert="horz" wrap="square" lIns="121900" tIns="121900" rIns="121900" bIns="121900" rtlCol="0" anchor="t" anchorCtr="0">
            <a:normAutofit/>
          </a:bodyPr>
          <a:lstStyle/>
          <a:p>
            <a:pPr>
              <a:lnSpc>
                <a:spcPct val="110000"/>
              </a:lnSpc>
              <a:buClr>
                <a:srgbClr val="273239"/>
              </a:buClr>
              <a:buSzPts val="1300"/>
            </a:pPr>
            <a:r>
              <a:rPr lang="en-GB" dirty="0">
                <a:highlight>
                  <a:srgbClr val="FFFF00"/>
                </a:highlight>
              </a:rPr>
              <a:t>Association rules help find relationships and patterns in large datasets</a:t>
            </a:r>
            <a:r>
              <a:rPr lang="en-GB" dirty="0"/>
              <a:t> containing </a:t>
            </a:r>
            <a:r>
              <a:rPr lang="en-GB" dirty="0">
                <a:highlight>
                  <a:srgbClr val="FFFF00"/>
                </a:highlight>
              </a:rPr>
              <a:t>multiple transactions</a:t>
            </a:r>
            <a:r>
              <a:rPr lang="en-GB" dirty="0"/>
              <a:t>, each comprising one or more items.</a:t>
            </a:r>
          </a:p>
          <a:p>
            <a:pPr>
              <a:lnSpc>
                <a:spcPct val="110000"/>
              </a:lnSpc>
              <a:buClr>
                <a:srgbClr val="273239"/>
              </a:buClr>
              <a:buSzPts val="1300"/>
            </a:pPr>
            <a:r>
              <a:rPr lang="en-GB" sz="2667" dirty="0">
                <a:highlight>
                  <a:srgbClr val="FFFFFF"/>
                </a:highlight>
              </a:rPr>
              <a:t>The </a:t>
            </a:r>
            <a:r>
              <a:rPr lang="en-GB" sz="2667" dirty="0">
                <a:highlight>
                  <a:srgbClr val="FFFF00"/>
                </a:highlight>
              </a:rPr>
              <a:t>idea</a:t>
            </a:r>
            <a:r>
              <a:rPr lang="en-GB" sz="2667" dirty="0">
                <a:highlight>
                  <a:srgbClr val="FFFFFF"/>
                </a:highlight>
              </a:rPr>
              <a:t> here is </a:t>
            </a:r>
            <a:r>
              <a:rPr lang="en-GB" sz="2667" dirty="0">
                <a:highlight>
                  <a:srgbClr val="FFFF00"/>
                </a:highlight>
              </a:rPr>
              <a:t>to find frequent patterns, which</a:t>
            </a:r>
            <a:r>
              <a:rPr lang="en-GB" sz="2667" dirty="0">
                <a:highlight>
                  <a:srgbClr val="FFFFFF"/>
                </a:highlight>
              </a:rPr>
              <a:t> can be very </a:t>
            </a:r>
            <a:r>
              <a:rPr lang="en-GB" sz="2667" dirty="0">
                <a:highlight>
                  <a:srgbClr val="FFFF00"/>
                </a:highlight>
              </a:rPr>
              <a:t>helpful for improving the business</a:t>
            </a:r>
            <a:r>
              <a:rPr lang="en-GB" sz="2667" dirty="0">
                <a:highlight>
                  <a:srgbClr val="FFFFFF"/>
                </a:highlight>
              </a:rPr>
              <a:t>.</a:t>
            </a:r>
          </a:p>
          <a:p>
            <a:pPr>
              <a:lnSpc>
                <a:spcPct val="110000"/>
              </a:lnSpc>
              <a:buClr>
                <a:srgbClr val="273239"/>
              </a:buClr>
              <a:buSzPts val="1300"/>
            </a:pPr>
            <a:r>
              <a:rPr lang="en-GB" sz="2667" dirty="0">
                <a:highlight>
                  <a:srgbClr val="FFFF00"/>
                </a:highlight>
              </a:rPr>
              <a:t>Association rules </a:t>
            </a:r>
            <a:r>
              <a:rPr lang="en-GB" sz="2667" dirty="0">
                <a:highlight>
                  <a:srgbClr val="FFFFFF"/>
                </a:highlight>
              </a:rPr>
              <a:t>are used for the typical case of </a:t>
            </a:r>
            <a:r>
              <a:rPr lang="en-GB" sz="2667" dirty="0">
                <a:highlight>
                  <a:srgbClr val="FFFF00"/>
                </a:highlight>
              </a:rPr>
              <a:t>market-based analysis,</a:t>
            </a:r>
            <a:r>
              <a:rPr lang="en-GB" sz="2667" dirty="0">
                <a:highlight>
                  <a:srgbClr val="FFFFFF"/>
                </a:highlight>
              </a:rPr>
              <a:t> a.k.a. Transaction data.</a:t>
            </a:r>
          </a:p>
          <a:p>
            <a:pPr>
              <a:lnSpc>
                <a:spcPct val="110000"/>
              </a:lnSpc>
              <a:buClr>
                <a:srgbClr val="273239"/>
              </a:buClr>
              <a:buSzPts val="1300"/>
            </a:pPr>
            <a:r>
              <a:rPr lang="en-GB" sz="2667" dirty="0">
                <a:highlight>
                  <a:srgbClr val="FFFFFF"/>
                </a:highlight>
              </a:rPr>
              <a:t>It is usually </a:t>
            </a:r>
            <a:r>
              <a:rPr lang="en-GB" sz="2667" dirty="0">
                <a:highlight>
                  <a:srgbClr val="FFFF00"/>
                </a:highlight>
              </a:rPr>
              <a:t>applied</a:t>
            </a:r>
            <a:r>
              <a:rPr lang="en-GB" sz="2667" dirty="0">
                <a:highlight>
                  <a:srgbClr val="FFFFFF"/>
                </a:highlight>
              </a:rPr>
              <a:t> to retail but can also be used in many other domains, such as </a:t>
            </a:r>
            <a:r>
              <a:rPr lang="en-GB" sz="2667" dirty="0">
                <a:highlight>
                  <a:srgbClr val="FFFF00"/>
                </a:highlight>
              </a:rPr>
              <a:t>medicine, tourism, etc.</a:t>
            </a:r>
            <a:endParaRPr sz="2667" dirty="0">
              <a:highlight>
                <a:srgbClr val="FFFF00"/>
              </a:highlight>
            </a:endParaRPr>
          </a:p>
          <a:p>
            <a:pPr marL="0" indent="0">
              <a:lnSpc>
                <a:spcPct val="110000"/>
              </a:lnSpc>
              <a:spcBef>
                <a:spcPts val="1600"/>
              </a:spcBef>
              <a:spcAft>
                <a:spcPts val="1600"/>
              </a:spcAft>
              <a:buNone/>
            </a:pPr>
            <a:endParaRPr sz="4267" dirty="0"/>
          </a:p>
        </p:txBody>
      </p:sp>
      <p:sp>
        <p:nvSpPr>
          <p:cNvPr id="2" name="Slide Number Placeholder 1">
            <a:extLst>
              <a:ext uri="{FF2B5EF4-FFF2-40B4-BE49-F238E27FC236}">
                <a16:creationId xmlns:a16="http://schemas.microsoft.com/office/drawing/2014/main" id="{EB2865B4-E9D7-F49F-FC5F-41FCC8A48EB8}"/>
              </a:ext>
            </a:extLst>
          </p:cNvPr>
          <p:cNvSpPr>
            <a:spLocks noGrp="1"/>
          </p:cNvSpPr>
          <p:nvPr>
            <p:ph type="sldNum" sz="quarter" idx="12"/>
          </p:nvPr>
        </p:nvSpPr>
        <p:spPr/>
        <p:txBody>
          <a:bodyPr>
            <a:normAutofit/>
          </a:bodyPr>
          <a:lstStyle/>
          <a:p>
            <a:fld id="{00000000-1234-1234-1234-123412341234}" type="slidenum">
              <a:rPr lang="en-GB" smtClean="0"/>
              <a:pPr/>
              <a:t>7</a:t>
            </a:fld>
            <a:endParaRPr lang="en-GB"/>
          </a:p>
        </p:txBody>
      </p:sp>
      <p:sp>
        <p:nvSpPr>
          <p:cNvPr id="63" name="Google Shape;63;p14"/>
          <p:cNvSpPr txBox="1"/>
          <p:nvPr/>
        </p:nvSpPr>
        <p:spPr>
          <a:xfrm>
            <a:off x="380430" y="6368417"/>
            <a:ext cx="10066400" cy="769914"/>
          </a:xfrm>
          <a:prstGeom prst="rect">
            <a:avLst/>
          </a:prstGeom>
          <a:noFill/>
          <a:ln>
            <a:noFill/>
          </a:ln>
        </p:spPr>
        <p:txBody>
          <a:bodyPr spcFirstLastPara="1" wrap="square" lIns="121900" tIns="121900" rIns="121900" bIns="121900" anchor="ctr" anchorCtr="0">
            <a:spAutoFit/>
          </a:bodyPr>
          <a:lstStyle/>
          <a:p>
            <a:pPr>
              <a:lnSpc>
                <a:spcPct val="115000"/>
              </a:lnSpc>
              <a:spcAft>
                <a:spcPts val="1600"/>
              </a:spcAft>
            </a:pPr>
            <a:r>
              <a:rPr lang="en-GB" dirty="0">
                <a:solidFill>
                  <a:schemeClr val="bg1"/>
                </a:solidFill>
              </a:rPr>
              <a:t>https://</a:t>
            </a:r>
            <a:r>
              <a:rPr lang="en-GB" dirty="0" err="1">
                <a:solidFill>
                  <a:schemeClr val="bg1"/>
                </a:solidFill>
              </a:rPr>
              <a:t>www.youtube.com</a:t>
            </a:r>
            <a:r>
              <a:rPr lang="en-GB" dirty="0">
                <a:solidFill>
                  <a:schemeClr val="bg1"/>
                </a:solidFill>
              </a:rPr>
              <a:t>/</a:t>
            </a:r>
            <a:r>
              <a:rPr lang="en-GB" dirty="0" err="1">
                <a:solidFill>
                  <a:schemeClr val="bg1"/>
                </a:solidFill>
              </a:rPr>
              <a:t>watch?v</a:t>
            </a:r>
            <a:r>
              <a:rPr lang="en-GB" dirty="0">
                <a:solidFill>
                  <a:schemeClr val="bg1"/>
                </a:solidFill>
              </a:rPr>
              <a:t>=ahPMlCe3WII&amp;ab_channel=</a:t>
            </a:r>
            <a:r>
              <a:rPr lang="en-GB" dirty="0" err="1">
                <a:solidFill>
                  <a:schemeClr val="bg1"/>
                </a:solidFill>
              </a:rPr>
              <a:t>HussamHourani</a:t>
            </a:r>
            <a:endParaRPr sz="11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269250" y="294741"/>
            <a:ext cx="10515600" cy="1325563"/>
          </a:xfrm>
          <a:prstGeom prst="rect">
            <a:avLst/>
          </a:prstGeom>
        </p:spPr>
        <p:txBody>
          <a:bodyPr spcFirstLastPara="1" vert="horz" wrap="square" lIns="121900" tIns="121900" rIns="121900" bIns="121900" rtlCol="0" anchor="t" anchorCtr="0">
            <a:normAutofit/>
          </a:bodyPr>
          <a:lstStyle/>
          <a:p>
            <a:r>
              <a:rPr lang="en-GB" dirty="0"/>
              <a:t>Main metrics in data mining</a:t>
            </a:r>
            <a:endParaRPr dirty="0"/>
          </a:p>
        </p:txBody>
      </p:sp>
      <p:sp>
        <p:nvSpPr>
          <p:cNvPr id="69" name="Google Shape;69;p15"/>
          <p:cNvSpPr txBox="1">
            <a:spLocks noGrp="1"/>
          </p:cNvSpPr>
          <p:nvPr>
            <p:ph idx="1"/>
          </p:nvPr>
        </p:nvSpPr>
        <p:spPr>
          <a:xfrm>
            <a:off x="223109" y="3005892"/>
            <a:ext cx="7889260" cy="2898614"/>
          </a:xfrm>
          <a:prstGeom prst="rect">
            <a:avLst/>
          </a:prstGeom>
        </p:spPr>
        <p:txBody>
          <a:bodyPr spcFirstLastPara="1" vert="horz" wrap="square" lIns="121900" tIns="121900" rIns="121900" bIns="121900" rtlCol="0" anchor="t" anchorCtr="0">
            <a:normAutofit/>
          </a:bodyPr>
          <a:lstStyle/>
          <a:p>
            <a:pPr marL="0" indent="0">
              <a:lnSpc>
                <a:spcPct val="100000"/>
              </a:lnSpc>
              <a:spcBef>
                <a:spcPts val="1600"/>
              </a:spcBef>
              <a:buNone/>
            </a:pPr>
            <a:r>
              <a:rPr lang="en-GB" sz="2000" dirty="0"/>
              <a:t>The main measures are support, confidence, and lift.</a:t>
            </a:r>
            <a:endParaRPr sz="2000" dirty="0"/>
          </a:p>
          <a:p>
            <a:pPr>
              <a:lnSpc>
                <a:spcPct val="100000"/>
              </a:lnSpc>
              <a:buChar char="-"/>
            </a:pPr>
            <a:r>
              <a:rPr lang="en-GB" sz="2000" b="1" dirty="0"/>
              <a:t>Measure 1—Support: </a:t>
            </a:r>
            <a:r>
              <a:rPr lang="en-GB" sz="2000" dirty="0"/>
              <a:t>It indicates </a:t>
            </a:r>
            <a:r>
              <a:rPr lang="en-GB" sz="2000" dirty="0">
                <a:highlight>
                  <a:srgbClr val="FFFF00"/>
                </a:highlight>
              </a:rPr>
              <a:t>how popular an item is in the dataset </a:t>
            </a:r>
            <a:r>
              <a:rPr lang="en-GB" sz="2000" dirty="0"/>
              <a:t>and is calculated as the proportion in which it appears. This represents how often the "If" statement is true. If there are 20 transactions and 10 of these contain bread and butter, the coverage is 10/20. </a:t>
            </a:r>
            <a:endParaRPr sz="2000" dirty="0"/>
          </a:p>
        </p:txBody>
      </p:sp>
      <p:sp>
        <p:nvSpPr>
          <p:cNvPr id="2" name="Slide Number Placeholder 1">
            <a:extLst>
              <a:ext uri="{FF2B5EF4-FFF2-40B4-BE49-F238E27FC236}">
                <a16:creationId xmlns:a16="http://schemas.microsoft.com/office/drawing/2014/main" id="{2B1BF07E-FA0D-9BB9-7578-346546606ADF}"/>
              </a:ext>
            </a:extLst>
          </p:cNvPr>
          <p:cNvSpPr>
            <a:spLocks noGrp="1"/>
          </p:cNvSpPr>
          <p:nvPr>
            <p:ph type="sldNum" sz="quarter" idx="12"/>
          </p:nvPr>
        </p:nvSpPr>
        <p:spPr/>
        <p:txBody>
          <a:bodyPr>
            <a:normAutofit/>
          </a:bodyPr>
          <a:lstStyle/>
          <a:p>
            <a:fld id="{00000000-1234-1234-1234-123412341234}" type="slidenum">
              <a:rPr lang="en-GB" smtClean="0"/>
              <a:pPr/>
              <a:t>8</a:t>
            </a:fld>
            <a:endParaRPr lang="en-GB"/>
          </a:p>
        </p:txBody>
      </p:sp>
      <p:sp>
        <p:nvSpPr>
          <p:cNvPr id="3" name="TextBox 2">
            <a:extLst>
              <a:ext uri="{FF2B5EF4-FFF2-40B4-BE49-F238E27FC236}">
                <a16:creationId xmlns:a16="http://schemas.microsoft.com/office/drawing/2014/main" id="{E53D4A6E-1E4A-2580-9D90-D1BA8AEE47E0}"/>
              </a:ext>
            </a:extLst>
          </p:cNvPr>
          <p:cNvSpPr txBox="1"/>
          <p:nvPr/>
        </p:nvSpPr>
        <p:spPr>
          <a:xfrm>
            <a:off x="298102" y="6247645"/>
            <a:ext cx="10363200" cy="646331"/>
          </a:xfrm>
          <a:prstGeom prst="rect">
            <a:avLst/>
          </a:prstGeom>
          <a:noFill/>
        </p:spPr>
        <p:txBody>
          <a:bodyPr wrap="square">
            <a:spAutoFit/>
          </a:bodyPr>
          <a:lstStyle/>
          <a:p>
            <a:r>
              <a:rPr lang="en-US" dirty="0">
                <a:solidFill>
                  <a:schemeClr val="bg1"/>
                </a:solidFill>
              </a:rPr>
              <a:t>Good explanation here:</a:t>
            </a:r>
          </a:p>
          <a:p>
            <a:r>
              <a:rPr lang="en-US" dirty="0">
                <a:solidFill>
                  <a:schemeClr val="bg1"/>
                </a:solidFill>
              </a:rPr>
              <a:t>https://</a:t>
            </a:r>
            <a:r>
              <a:rPr lang="en-US" dirty="0" err="1">
                <a:solidFill>
                  <a:schemeClr val="bg1"/>
                </a:solidFill>
              </a:rPr>
              <a:t>www.kdnuggets.com</a:t>
            </a:r>
            <a:r>
              <a:rPr lang="en-US" dirty="0">
                <a:solidFill>
                  <a:schemeClr val="bg1"/>
                </a:solidFill>
              </a:rPr>
              <a:t>/2016/04/association-rules-</a:t>
            </a:r>
            <a:r>
              <a:rPr lang="en-US" dirty="0" err="1">
                <a:solidFill>
                  <a:schemeClr val="bg1"/>
                </a:solidFill>
              </a:rPr>
              <a:t>apriori</a:t>
            </a:r>
            <a:r>
              <a:rPr lang="en-US" dirty="0">
                <a:solidFill>
                  <a:schemeClr val="bg1"/>
                </a:solidFill>
              </a:rPr>
              <a:t>-algorithm-</a:t>
            </a:r>
            <a:r>
              <a:rPr lang="en-US" dirty="0" err="1">
                <a:solidFill>
                  <a:schemeClr val="bg1"/>
                </a:solidFill>
              </a:rPr>
              <a:t>tutorial.html</a:t>
            </a:r>
            <a:endParaRPr lang="en-US" dirty="0">
              <a:solidFill>
                <a:schemeClr val="bg1"/>
              </a:solidFill>
            </a:endParaRPr>
          </a:p>
        </p:txBody>
      </p:sp>
      <p:pic>
        <p:nvPicPr>
          <p:cNvPr id="1026" name="Picture 2" descr="association-rule-support-table">
            <a:extLst>
              <a:ext uri="{FF2B5EF4-FFF2-40B4-BE49-F238E27FC236}">
                <a16:creationId xmlns:a16="http://schemas.microsoft.com/office/drawing/2014/main" id="{76FE85FF-8A80-424B-3063-CA2D8AEEC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1456" y="1317820"/>
            <a:ext cx="2801726" cy="24842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ssociation Rule Support eqn">
            <a:extLst>
              <a:ext uri="{FF2B5EF4-FFF2-40B4-BE49-F238E27FC236}">
                <a16:creationId xmlns:a16="http://schemas.microsoft.com/office/drawing/2014/main" id="{CB1314C3-37B3-7C1C-14DD-7776F3EC6A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1501" y="4124221"/>
            <a:ext cx="2271245" cy="6160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E1C533D-82C9-83C7-97BB-3AE4DE9A0BFD}"/>
              </a:ext>
            </a:extLst>
          </p:cNvPr>
          <p:cNvSpPr txBox="1"/>
          <p:nvPr/>
        </p:nvSpPr>
        <p:spPr>
          <a:xfrm>
            <a:off x="324473" y="1342937"/>
            <a:ext cx="7787896" cy="830997"/>
          </a:xfrm>
          <a:prstGeom prst="rect">
            <a:avLst/>
          </a:prstGeom>
          <a:solidFill>
            <a:schemeClr val="tx2"/>
          </a:solidFill>
          <a:ln>
            <a:solidFill>
              <a:schemeClr val="tx1"/>
            </a:solidFill>
          </a:ln>
        </p:spPr>
        <p:txBody>
          <a:bodyPr wrap="square">
            <a:spAutoFit/>
          </a:bodyPr>
          <a:lstStyle>
            <a:defPPr marR="0" lvl="0" algn="l" rtl="0">
              <a:lnSpc>
                <a:spcPct val="100000"/>
              </a:lnSpc>
              <a:spcBef>
                <a:spcPts val="0"/>
              </a:spcBef>
              <a:spcAft>
                <a:spcPts val="0"/>
              </a:spcAft>
            </a:defPPr>
            <a:lvl1pPr marL="0" indent="0">
              <a:buNone/>
            </a:lvl1pPr>
          </a:lstStyle>
          <a:p>
            <a:r>
              <a:rPr lang="en-GB" sz="2400" dirty="0">
                <a:solidFill>
                  <a:schemeClr val="bg1"/>
                </a:solidFill>
              </a:rPr>
              <a:t>Imagine the following rule: </a:t>
            </a:r>
          </a:p>
          <a:p>
            <a:r>
              <a:rPr lang="en-GB" sz="2400" dirty="0">
                <a:solidFill>
                  <a:schemeClr val="accent6">
                    <a:lumMod val="40000"/>
                    <a:lumOff val="60000"/>
                  </a:schemeClr>
                </a:solidFill>
              </a:rPr>
              <a:t>“If the basket contains apples, </a:t>
            </a:r>
            <a:r>
              <a:rPr lang="en-GB" sz="2400" dirty="0">
                <a:solidFill>
                  <a:schemeClr val="accent4">
                    <a:lumMod val="40000"/>
                    <a:lumOff val="60000"/>
                  </a:schemeClr>
                </a:solidFill>
              </a:rPr>
              <a:t>it will also contain beer.”</a:t>
            </a:r>
          </a:p>
        </p:txBody>
      </p:sp>
      <p:cxnSp>
        <p:nvCxnSpPr>
          <p:cNvPr id="8" name="Straight Arrow Connector 7">
            <a:extLst>
              <a:ext uri="{FF2B5EF4-FFF2-40B4-BE49-F238E27FC236}">
                <a16:creationId xmlns:a16="http://schemas.microsoft.com/office/drawing/2014/main" id="{0370DD1A-3768-8322-8809-E577A0F092C6}"/>
              </a:ext>
            </a:extLst>
          </p:cNvPr>
          <p:cNvCxnSpPr>
            <a:cxnSpLocks/>
          </p:cNvCxnSpPr>
          <p:nvPr/>
        </p:nvCxnSpPr>
        <p:spPr>
          <a:xfrm flipV="1">
            <a:off x="2602506" y="2187403"/>
            <a:ext cx="348343" cy="3749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61F69C0-5237-7D95-1E3D-43AA122DE3CF}"/>
              </a:ext>
            </a:extLst>
          </p:cNvPr>
          <p:cNvCxnSpPr>
            <a:cxnSpLocks/>
          </p:cNvCxnSpPr>
          <p:nvPr/>
        </p:nvCxnSpPr>
        <p:spPr>
          <a:xfrm flipH="1" flipV="1">
            <a:off x="5407431" y="2231920"/>
            <a:ext cx="276295" cy="372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C0C54B5-3A28-1272-8A6D-38E644548BCB}"/>
              </a:ext>
            </a:extLst>
          </p:cNvPr>
          <p:cNvSpPr txBox="1"/>
          <p:nvPr/>
        </p:nvSpPr>
        <p:spPr>
          <a:xfrm>
            <a:off x="1809378" y="2485441"/>
            <a:ext cx="1742785" cy="461665"/>
          </a:xfrm>
          <a:prstGeom prst="rect">
            <a:avLst/>
          </a:prstGeom>
          <a:noFill/>
        </p:spPr>
        <p:txBody>
          <a:bodyPr wrap="none" rtlCol="0">
            <a:spAutoFit/>
          </a:bodyPr>
          <a:lstStyle/>
          <a:p>
            <a:r>
              <a:rPr lang="en-US" sz="2400" dirty="0"/>
              <a:t>Antecedent</a:t>
            </a:r>
          </a:p>
        </p:txBody>
      </p:sp>
      <p:sp>
        <p:nvSpPr>
          <p:cNvPr id="13" name="TextBox 12">
            <a:extLst>
              <a:ext uri="{FF2B5EF4-FFF2-40B4-BE49-F238E27FC236}">
                <a16:creationId xmlns:a16="http://schemas.microsoft.com/office/drawing/2014/main" id="{BF1C12B5-D86D-576A-8361-ED881382C963}"/>
              </a:ext>
            </a:extLst>
          </p:cNvPr>
          <p:cNvSpPr txBox="1"/>
          <p:nvPr/>
        </p:nvSpPr>
        <p:spPr>
          <a:xfrm>
            <a:off x="4853995" y="2480374"/>
            <a:ext cx="1846980" cy="461665"/>
          </a:xfrm>
          <a:prstGeom prst="rect">
            <a:avLst/>
          </a:prstGeom>
          <a:noFill/>
        </p:spPr>
        <p:txBody>
          <a:bodyPr wrap="none" rtlCol="0">
            <a:spAutoFit/>
          </a:bodyPr>
          <a:lstStyle/>
          <a:p>
            <a:r>
              <a:rPr lang="en-US" sz="2400" dirty="0"/>
              <a:t>Consequent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82495" y="104418"/>
            <a:ext cx="8450843" cy="1325563"/>
          </a:xfrm>
          <a:prstGeom prst="rect">
            <a:avLst/>
          </a:prstGeom>
        </p:spPr>
        <p:txBody>
          <a:bodyPr spcFirstLastPara="1" vert="horz" wrap="square" lIns="121900" tIns="121900" rIns="121900" bIns="121900" rtlCol="0" anchor="ctr" anchorCtr="0">
            <a:normAutofit/>
          </a:bodyPr>
          <a:lstStyle/>
          <a:p>
            <a:r>
              <a:rPr lang="en-GB" dirty="0"/>
              <a:t>Main metrics in data mining</a:t>
            </a:r>
            <a:endParaRPr dirty="0"/>
          </a:p>
        </p:txBody>
      </p:sp>
      <p:sp>
        <p:nvSpPr>
          <p:cNvPr id="69" name="Google Shape;69;p15"/>
          <p:cNvSpPr txBox="1">
            <a:spLocks noGrp="1"/>
          </p:cNvSpPr>
          <p:nvPr>
            <p:ph idx="1"/>
          </p:nvPr>
        </p:nvSpPr>
        <p:spPr>
          <a:xfrm>
            <a:off x="163788" y="2861022"/>
            <a:ext cx="8675412" cy="4351338"/>
          </a:xfrm>
          <a:prstGeom prst="rect">
            <a:avLst/>
          </a:prstGeom>
        </p:spPr>
        <p:txBody>
          <a:bodyPr spcFirstLastPara="1" vert="horz" wrap="square" lIns="121900" tIns="121900" rIns="121900" bIns="121900" rtlCol="0" anchor="t" anchorCtr="0">
            <a:normAutofit/>
          </a:bodyPr>
          <a:lstStyle/>
          <a:p>
            <a:pPr>
              <a:lnSpc>
                <a:spcPct val="100000"/>
              </a:lnSpc>
              <a:spcBef>
                <a:spcPts val="1600"/>
              </a:spcBef>
              <a:buChar char="-"/>
            </a:pPr>
            <a:r>
              <a:rPr lang="en-GB" sz="2000" b="1" dirty="0"/>
              <a:t>Measure 2- Confidence:</a:t>
            </a:r>
            <a:r>
              <a:rPr lang="en-GB" sz="2000" dirty="0"/>
              <a:t> This </a:t>
            </a:r>
            <a:r>
              <a:rPr lang="en-GB" sz="2000" dirty="0">
                <a:highlight>
                  <a:srgbClr val="FFFF00"/>
                </a:highlight>
              </a:rPr>
              <a:t>represents how often this rule is true</a:t>
            </a:r>
            <a:r>
              <a:rPr lang="en-GB" sz="2000" dirty="0"/>
              <a:t>. For example, if there are </a:t>
            </a:r>
            <a:r>
              <a:rPr lang="en-GB" sz="2000" dirty="0">
                <a:highlight>
                  <a:srgbClr val="FFFF00"/>
                </a:highlight>
              </a:rPr>
              <a:t>4 transactions</a:t>
            </a:r>
            <a:r>
              <a:rPr lang="en-GB" sz="2000" dirty="0"/>
              <a:t> that contain </a:t>
            </a:r>
            <a:r>
              <a:rPr lang="en-GB" sz="2000" dirty="0">
                <a:highlight>
                  <a:srgbClr val="FFFF00"/>
                </a:highlight>
              </a:rPr>
              <a:t>apples </a:t>
            </a:r>
            <a:r>
              <a:rPr lang="en-GB" sz="2000" dirty="0"/>
              <a:t>and </a:t>
            </a:r>
            <a:r>
              <a:rPr lang="en-GB" sz="2000" dirty="0">
                <a:highlight>
                  <a:srgbClr val="FF00FF"/>
                </a:highlight>
              </a:rPr>
              <a:t>3 contain beer</a:t>
            </a:r>
            <a:r>
              <a:rPr lang="en-GB" sz="2000" dirty="0"/>
              <a:t>. We will say that the </a:t>
            </a:r>
            <a:r>
              <a:rPr lang="en-GB" sz="2000" dirty="0">
                <a:highlight>
                  <a:srgbClr val="00FFFF"/>
                </a:highlight>
              </a:rPr>
              <a:t>confidence is 3/4</a:t>
            </a:r>
            <a:r>
              <a:rPr lang="en-GB" sz="2000" dirty="0"/>
              <a:t>.</a:t>
            </a:r>
            <a:endParaRPr sz="2000" dirty="0"/>
          </a:p>
        </p:txBody>
      </p:sp>
      <p:sp>
        <p:nvSpPr>
          <p:cNvPr id="2" name="Slide Number Placeholder 1">
            <a:extLst>
              <a:ext uri="{FF2B5EF4-FFF2-40B4-BE49-F238E27FC236}">
                <a16:creationId xmlns:a16="http://schemas.microsoft.com/office/drawing/2014/main" id="{2B1BF07E-FA0D-9BB9-7578-346546606ADF}"/>
              </a:ext>
            </a:extLst>
          </p:cNvPr>
          <p:cNvSpPr>
            <a:spLocks noGrp="1"/>
          </p:cNvSpPr>
          <p:nvPr>
            <p:ph type="sldNum" sz="quarter" idx="12"/>
          </p:nvPr>
        </p:nvSpPr>
        <p:spPr/>
        <p:txBody>
          <a:bodyPr>
            <a:normAutofit/>
          </a:bodyPr>
          <a:lstStyle/>
          <a:p>
            <a:fld id="{00000000-1234-1234-1234-123412341234}" type="slidenum">
              <a:rPr lang="en-GB" smtClean="0"/>
              <a:pPr/>
              <a:t>9</a:t>
            </a:fld>
            <a:endParaRPr lang="en-GB"/>
          </a:p>
        </p:txBody>
      </p:sp>
      <p:pic>
        <p:nvPicPr>
          <p:cNvPr id="2050" name="Picture 2" descr="association-rule-support-table">
            <a:extLst>
              <a:ext uri="{FF2B5EF4-FFF2-40B4-BE49-F238E27FC236}">
                <a16:creationId xmlns:a16="http://schemas.microsoft.com/office/drawing/2014/main" id="{71C96F9F-DE8F-35A5-27EA-2EF4E308B2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2579" y="2213238"/>
            <a:ext cx="2975633" cy="263849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ssociation Rule Confidence eqn">
            <a:extLst>
              <a:ext uri="{FF2B5EF4-FFF2-40B4-BE49-F238E27FC236}">
                <a16:creationId xmlns:a16="http://schemas.microsoft.com/office/drawing/2014/main" id="{248D865E-F7D8-6636-9659-103EDC5E12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6463" y="5159042"/>
            <a:ext cx="4757209" cy="68604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C751B93-920E-DF98-F5C2-B6BFA753B8C0}"/>
              </a:ext>
            </a:extLst>
          </p:cNvPr>
          <p:cNvSpPr txBox="1"/>
          <p:nvPr/>
        </p:nvSpPr>
        <p:spPr>
          <a:xfrm>
            <a:off x="534895" y="1563766"/>
            <a:ext cx="8298443" cy="830997"/>
          </a:xfrm>
          <a:prstGeom prst="rect">
            <a:avLst/>
          </a:prstGeom>
          <a:solidFill>
            <a:schemeClr val="tx2"/>
          </a:solidFill>
          <a:ln>
            <a:solidFill>
              <a:schemeClr val="tx1"/>
            </a:solidFill>
          </a:ln>
        </p:spPr>
        <p:txBody>
          <a:bodyPr wrap="square">
            <a:spAutoFit/>
          </a:bodyPr>
          <a:lstStyle/>
          <a:p>
            <a:r>
              <a:rPr lang="en-GB" sz="2400" dirty="0">
                <a:solidFill>
                  <a:schemeClr val="bg1"/>
                </a:solidFill>
              </a:rPr>
              <a:t>Imagine the following rule: </a:t>
            </a:r>
          </a:p>
          <a:p>
            <a:r>
              <a:rPr lang="en-GB" sz="2400" dirty="0">
                <a:solidFill>
                  <a:schemeClr val="accent6">
                    <a:lumMod val="40000"/>
                    <a:lumOff val="60000"/>
                  </a:schemeClr>
                </a:solidFill>
              </a:rPr>
              <a:t>“If the basket contains apples, </a:t>
            </a:r>
            <a:r>
              <a:rPr lang="en-GB" sz="2400" dirty="0">
                <a:solidFill>
                  <a:schemeClr val="accent4">
                    <a:lumMod val="40000"/>
                    <a:lumOff val="60000"/>
                  </a:schemeClr>
                </a:solidFill>
              </a:rPr>
              <a:t>it will also contain beer.”</a:t>
            </a:r>
          </a:p>
        </p:txBody>
      </p:sp>
    </p:spTree>
    <p:extLst>
      <p:ext uri="{BB962C8B-B14F-4D97-AF65-F5344CB8AC3E}">
        <p14:creationId xmlns:p14="http://schemas.microsoft.com/office/powerpoint/2010/main" val="2600115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08149" y="111147"/>
            <a:ext cx="8645434" cy="1325563"/>
          </a:xfrm>
          <a:prstGeom prst="rect">
            <a:avLst/>
          </a:prstGeom>
        </p:spPr>
        <p:txBody>
          <a:bodyPr spcFirstLastPara="1" vert="horz" wrap="square" lIns="121900" tIns="121900" rIns="121900" bIns="121900" rtlCol="0" anchor="ctr" anchorCtr="0">
            <a:normAutofit/>
          </a:bodyPr>
          <a:lstStyle/>
          <a:p>
            <a:r>
              <a:rPr lang="en-GB" dirty="0"/>
              <a:t>Main metrics in data mining</a:t>
            </a:r>
            <a:endParaRPr dirty="0"/>
          </a:p>
        </p:txBody>
      </p:sp>
      <p:sp>
        <p:nvSpPr>
          <p:cNvPr id="69" name="Google Shape;69;p15"/>
          <p:cNvSpPr txBox="1">
            <a:spLocks noGrp="1"/>
          </p:cNvSpPr>
          <p:nvPr>
            <p:ph idx="1"/>
          </p:nvPr>
        </p:nvSpPr>
        <p:spPr>
          <a:xfrm>
            <a:off x="408149" y="2219473"/>
            <a:ext cx="7614138" cy="4351338"/>
          </a:xfrm>
          <a:prstGeom prst="rect">
            <a:avLst/>
          </a:prstGeom>
        </p:spPr>
        <p:txBody>
          <a:bodyPr spcFirstLastPara="1" vert="horz" wrap="square" lIns="121900" tIns="121900" rIns="121900" bIns="121900" rtlCol="0" anchor="t" anchorCtr="0">
            <a:normAutofit/>
          </a:bodyPr>
          <a:lstStyle/>
          <a:p>
            <a:pPr>
              <a:lnSpc>
                <a:spcPct val="100000"/>
              </a:lnSpc>
              <a:buFont typeface="Arial"/>
              <a:buChar char="-"/>
            </a:pPr>
            <a:r>
              <a:rPr lang="en-GB" sz="2000" b="1" dirty="0"/>
              <a:t>Measure 3- Lift:</a:t>
            </a:r>
            <a:r>
              <a:rPr lang="en-GB" sz="2000" dirty="0"/>
              <a:t> Lift measures </a:t>
            </a:r>
            <a:r>
              <a:rPr lang="en-GB" sz="2000" dirty="0">
                <a:highlight>
                  <a:srgbClr val="FFFF00"/>
                </a:highlight>
              </a:rPr>
              <a:t>how strong the relationship between two items is</a:t>
            </a:r>
            <a:r>
              <a:rPr lang="en-GB" sz="2000" dirty="0"/>
              <a:t>. It compares </a:t>
            </a:r>
            <a:r>
              <a:rPr lang="en-GB" sz="2000" dirty="0">
                <a:highlight>
                  <a:srgbClr val="FFFF00"/>
                </a:highlight>
              </a:rPr>
              <a:t>how likely two items are to be bought together</a:t>
            </a:r>
            <a:r>
              <a:rPr lang="en-GB" sz="2000" dirty="0"/>
              <a:t> with the probability you would expect if they had no relationship.</a:t>
            </a:r>
          </a:p>
          <a:p>
            <a:pPr>
              <a:lnSpc>
                <a:spcPct val="100000"/>
              </a:lnSpc>
              <a:buFont typeface="Arial"/>
              <a:buChar char="-"/>
            </a:pPr>
            <a:r>
              <a:rPr lang="en-GB" sz="2000" dirty="0"/>
              <a:t>In other words, it compares the </a:t>
            </a:r>
            <a:r>
              <a:rPr lang="en-GB" sz="2000" dirty="0">
                <a:highlight>
                  <a:srgbClr val="FFFF00"/>
                </a:highlight>
              </a:rPr>
              <a:t>likelihood that apples and beer appear together</a:t>
            </a:r>
            <a:r>
              <a:rPr lang="en-GB" sz="2000" dirty="0"/>
              <a:t> with the probability that apples and beer are independent. Higher than one means they have a strong relationship.</a:t>
            </a:r>
            <a:endParaRPr sz="2000" dirty="0"/>
          </a:p>
        </p:txBody>
      </p:sp>
      <p:sp>
        <p:nvSpPr>
          <p:cNvPr id="2" name="Slide Number Placeholder 1">
            <a:extLst>
              <a:ext uri="{FF2B5EF4-FFF2-40B4-BE49-F238E27FC236}">
                <a16:creationId xmlns:a16="http://schemas.microsoft.com/office/drawing/2014/main" id="{2B1BF07E-FA0D-9BB9-7578-346546606ADF}"/>
              </a:ext>
            </a:extLst>
          </p:cNvPr>
          <p:cNvSpPr>
            <a:spLocks noGrp="1"/>
          </p:cNvSpPr>
          <p:nvPr>
            <p:ph type="sldNum" sz="quarter" idx="12"/>
          </p:nvPr>
        </p:nvSpPr>
        <p:spPr/>
        <p:txBody>
          <a:bodyPr>
            <a:normAutofit/>
          </a:bodyPr>
          <a:lstStyle/>
          <a:p>
            <a:fld id="{00000000-1234-1234-1234-123412341234}" type="slidenum">
              <a:rPr lang="en-GB" smtClean="0"/>
              <a:pPr/>
              <a:t>10</a:t>
            </a:fld>
            <a:endParaRPr lang="en-GB"/>
          </a:p>
        </p:txBody>
      </p:sp>
      <p:sp>
        <p:nvSpPr>
          <p:cNvPr id="3" name="TextBox 2">
            <a:extLst>
              <a:ext uri="{FF2B5EF4-FFF2-40B4-BE49-F238E27FC236}">
                <a16:creationId xmlns:a16="http://schemas.microsoft.com/office/drawing/2014/main" id="{E53D4A6E-1E4A-2580-9D90-D1BA8AEE47E0}"/>
              </a:ext>
            </a:extLst>
          </p:cNvPr>
          <p:cNvSpPr txBox="1"/>
          <p:nvPr/>
        </p:nvSpPr>
        <p:spPr>
          <a:xfrm>
            <a:off x="914400" y="6388249"/>
            <a:ext cx="10363200" cy="369332"/>
          </a:xfrm>
          <a:prstGeom prst="rect">
            <a:avLst/>
          </a:prstGeom>
          <a:noFill/>
        </p:spPr>
        <p:txBody>
          <a:bodyPr wrap="square">
            <a:spAutoFit/>
          </a:bodyPr>
          <a:lstStyle/>
          <a:p>
            <a:r>
              <a:rPr lang="en-US" dirty="0"/>
              <a:t>https://hands-</a:t>
            </a:r>
            <a:r>
              <a:rPr lang="en-US" dirty="0" err="1"/>
              <a:t>on.cloud</a:t>
            </a:r>
            <a:r>
              <a:rPr lang="en-US" dirty="0"/>
              <a:t>/implementation-of-</a:t>
            </a:r>
            <a:r>
              <a:rPr lang="en-US" dirty="0" err="1"/>
              <a:t>apriori</a:t>
            </a:r>
            <a:r>
              <a:rPr lang="en-US" dirty="0"/>
              <a:t>-algorithm-using-python/#lift</a:t>
            </a:r>
          </a:p>
        </p:txBody>
      </p:sp>
      <p:pic>
        <p:nvPicPr>
          <p:cNvPr id="2050" name="Picture 2" descr="association-rule-support-table">
            <a:extLst>
              <a:ext uri="{FF2B5EF4-FFF2-40B4-BE49-F238E27FC236}">
                <a16:creationId xmlns:a16="http://schemas.microsoft.com/office/drawing/2014/main" id="{71C96F9F-DE8F-35A5-27EA-2EF4E308B2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919" y="2589089"/>
            <a:ext cx="3194094" cy="28322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ssociation Rule Lift eqn">
            <a:extLst>
              <a:ext uri="{FF2B5EF4-FFF2-40B4-BE49-F238E27FC236}">
                <a16:creationId xmlns:a16="http://schemas.microsoft.com/office/drawing/2014/main" id="{4CB5AC94-0CD9-AC95-1F9B-C7D8831648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5674" y="5143877"/>
            <a:ext cx="5404420" cy="74477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90CC612-8E15-825D-1599-311C800B0595}"/>
              </a:ext>
            </a:extLst>
          </p:cNvPr>
          <p:cNvSpPr txBox="1"/>
          <p:nvPr/>
        </p:nvSpPr>
        <p:spPr>
          <a:xfrm>
            <a:off x="408149" y="1341733"/>
            <a:ext cx="9752104" cy="830997"/>
          </a:xfrm>
          <a:prstGeom prst="rect">
            <a:avLst/>
          </a:prstGeom>
          <a:solidFill>
            <a:schemeClr val="tx2"/>
          </a:solidFill>
          <a:ln>
            <a:solidFill>
              <a:schemeClr val="tx1"/>
            </a:solidFill>
          </a:ln>
        </p:spPr>
        <p:txBody>
          <a:bodyPr wrap="square">
            <a:spAutoFit/>
          </a:bodyPr>
          <a:lstStyle/>
          <a:p>
            <a:r>
              <a:rPr lang="en-GB" sz="2400" dirty="0">
                <a:solidFill>
                  <a:schemeClr val="bg1"/>
                </a:solidFill>
              </a:rPr>
              <a:t>Imagine the following rule: </a:t>
            </a:r>
          </a:p>
          <a:p>
            <a:r>
              <a:rPr lang="en-GB" sz="2400" dirty="0">
                <a:solidFill>
                  <a:schemeClr val="accent6">
                    <a:lumMod val="40000"/>
                    <a:lumOff val="60000"/>
                  </a:schemeClr>
                </a:solidFill>
              </a:rPr>
              <a:t>“If the basket contains apples, </a:t>
            </a:r>
            <a:r>
              <a:rPr lang="en-GB" sz="2400" dirty="0">
                <a:solidFill>
                  <a:schemeClr val="accent4">
                    <a:lumMod val="40000"/>
                    <a:lumOff val="60000"/>
                  </a:schemeClr>
                </a:solidFill>
              </a:rPr>
              <a:t>it will also contain beer.”</a:t>
            </a:r>
          </a:p>
        </p:txBody>
      </p:sp>
    </p:spTree>
    <p:extLst>
      <p:ext uri="{BB962C8B-B14F-4D97-AF65-F5344CB8AC3E}">
        <p14:creationId xmlns:p14="http://schemas.microsoft.com/office/powerpoint/2010/main" val="1437380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p:cNvPicPr preferRelativeResize="0"/>
          <p:nvPr/>
        </p:nvPicPr>
        <p:blipFill rotWithShape="1">
          <a:blip r:embed="rId3">
            <a:alphaModFix/>
          </a:blip>
          <a:srcRect t="7381"/>
          <a:stretch/>
        </p:blipFill>
        <p:spPr>
          <a:xfrm>
            <a:off x="1571401" y="687801"/>
            <a:ext cx="8768233" cy="6028601"/>
          </a:xfrm>
          <a:prstGeom prst="rect">
            <a:avLst/>
          </a:prstGeom>
          <a:noFill/>
          <a:ln>
            <a:noFill/>
          </a:ln>
        </p:spPr>
      </p:pic>
      <p:sp>
        <p:nvSpPr>
          <p:cNvPr id="87" name="Google Shape;87;p18"/>
          <p:cNvSpPr txBox="1"/>
          <p:nvPr/>
        </p:nvSpPr>
        <p:spPr>
          <a:xfrm>
            <a:off x="1773733" y="113000"/>
            <a:ext cx="8948400" cy="623656"/>
          </a:xfrm>
          <a:prstGeom prst="rect">
            <a:avLst/>
          </a:prstGeom>
          <a:noFill/>
          <a:ln>
            <a:noFill/>
          </a:ln>
        </p:spPr>
        <p:txBody>
          <a:bodyPr spcFirstLastPara="1" wrap="square" lIns="121900" tIns="121900" rIns="121900" bIns="121900" anchor="t" anchorCtr="0">
            <a:spAutoFit/>
          </a:bodyPr>
          <a:lstStyle/>
          <a:p>
            <a:pPr>
              <a:lnSpc>
                <a:spcPct val="115000"/>
              </a:lnSpc>
            </a:pPr>
            <a:r>
              <a:rPr lang="en-GB" sz="2133" b="1" dirty="0">
                <a:solidFill>
                  <a:schemeClr val="dk1"/>
                </a:solidFill>
                <a:latin typeface="Times New Roman"/>
                <a:ea typeface="Times New Roman"/>
                <a:cs typeface="Times New Roman"/>
                <a:sym typeface="Times New Roman"/>
              </a:rPr>
              <a:t>ID.   orange, coke,   </a:t>
            </a:r>
            <a:r>
              <a:rPr lang="en-GB" sz="2133" b="1" dirty="0">
                <a:solidFill>
                  <a:schemeClr val="dk1"/>
                </a:solidFill>
                <a:latin typeface="Times New Roman"/>
                <a:cs typeface="Times New Roman"/>
                <a:sym typeface="Times New Roman"/>
              </a:rPr>
              <a:t>mayo,   milk,   meat,   crisps,   corn,   butter, bread</a:t>
            </a:r>
            <a:endParaRPr sz="2133" b="1" dirty="0">
              <a:solidFill>
                <a:schemeClr val="dk1"/>
              </a:solidFill>
              <a:latin typeface="Times New Roman"/>
              <a:cs typeface="Times New Roman"/>
              <a:sym typeface="Times New Roman"/>
            </a:endParaRPr>
          </a:p>
        </p:txBody>
      </p:sp>
      <p:sp>
        <p:nvSpPr>
          <p:cNvPr id="2" name="Slide Number Placeholder 1">
            <a:extLst>
              <a:ext uri="{FF2B5EF4-FFF2-40B4-BE49-F238E27FC236}">
                <a16:creationId xmlns:a16="http://schemas.microsoft.com/office/drawing/2014/main" id="{A6C1AA2C-4C88-3769-1025-834A90BD946A}"/>
              </a:ext>
            </a:extLst>
          </p:cNvPr>
          <p:cNvSpPr>
            <a:spLocks noGrp="1"/>
          </p:cNvSpPr>
          <p:nvPr>
            <p:ph type="sldNum" sz="quarter" idx="12"/>
          </p:nvPr>
        </p:nvSpPr>
        <p:spPr/>
        <p:txBody>
          <a:bodyPr>
            <a:normAutofit/>
          </a:bodyPr>
          <a:lstStyle/>
          <a:p>
            <a:fld id="{00000000-1234-1234-1234-123412341234}" type="slidenum">
              <a:rPr lang="en-GB" smtClean="0"/>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GB" altLang="en-US" sz="3733" dirty="0" err="1"/>
              <a:t>Apriori</a:t>
            </a:r>
            <a:r>
              <a:rPr lang="en-GB" altLang="en-US" sz="3733" dirty="0"/>
              <a:t> algorithm for finding large item sets</a:t>
            </a:r>
            <a:endParaRPr dirty="0"/>
          </a:p>
        </p:txBody>
      </p:sp>
      <p:sp>
        <p:nvSpPr>
          <p:cNvPr id="2" name="Slide Number Placeholder 1">
            <a:extLst>
              <a:ext uri="{FF2B5EF4-FFF2-40B4-BE49-F238E27FC236}">
                <a16:creationId xmlns:a16="http://schemas.microsoft.com/office/drawing/2014/main" id="{A141AB33-DCBB-B9E9-DB45-0E61CC1137C6}"/>
              </a:ext>
            </a:extLst>
          </p:cNvPr>
          <p:cNvSpPr>
            <a:spLocks noGrp="1"/>
          </p:cNvSpPr>
          <p:nvPr>
            <p:ph type="sldNum" sz="quarter" idx="12"/>
          </p:nvPr>
        </p:nvSpPr>
        <p:spPr/>
        <p:txBody>
          <a:bodyPr>
            <a:normAutofit/>
          </a:bodyPr>
          <a:lstStyle/>
          <a:p>
            <a:fld id="{00000000-1234-1234-1234-123412341234}" type="slidenum">
              <a:rPr lang="en-GB" smtClean="0"/>
              <a:pPr/>
              <a:t>12</a:t>
            </a:fld>
            <a:endParaRPr lang="en-GB"/>
          </a:p>
        </p:txBody>
      </p:sp>
      <p:sp>
        <p:nvSpPr>
          <p:cNvPr id="93" name="Google Shape;93;p19"/>
          <p:cNvSpPr txBox="1"/>
          <p:nvPr/>
        </p:nvSpPr>
        <p:spPr>
          <a:xfrm>
            <a:off x="178695" y="1260498"/>
            <a:ext cx="11360800" cy="4760237"/>
          </a:xfrm>
          <a:prstGeom prst="rect">
            <a:avLst/>
          </a:prstGeom>
          <a:noFill/>
          <a:ln>
            <a:noFill/>
          </a:ln>
        </p:spPr>
        <p:txBody>
          <a:bodyPr spcFirstLastPara="1" wrap="square" lIns="121900" tIns="121900" rIns="121900" bIns="121900" anchor="t" anchorCtr="0">
            <a:spAutoFit/>
          </a:bodyPr>
          <a:lstStyle/>
          <a:p>
            <a:pPr marL="812780">
              <a:spcBef>
                <a:spcPts val="800"/>
              </a:spcBef>
            </a:pPr>
            <a:r>
              <a:rPr lang="en-GB" sz="2400" dirty="0">
                <a:solidFill>
                  <a:schemeClr val="dk1"/>
                </a:solidFill>
                <a:latin typeface="Times New Roman"/>
                <a:ea typeface="Times New Roman"/>
                <a:cs typeface="Times New Roman"/>
                <a:sym typeface="Times New Roman"/>
              </a:rPr>
              <a:t>1  Find all large 1-itemsets</a:t>
            </a:r>
            <a:endParaRPr sz="2400" dirty="0">
              <a:solidFill>
                <a:schemeClr val="dk1"/>
              </a:solidFill>
              <a:latin typeface="Times New Roman"/>
              <a:ea typeface="Times New Roman"/>
              <a:cs typeface="Times New Roman"/>
              <a:sym typeface="Times New Roman"/>
            </a:endParaRPr>
          </a:p>
          <a:p>
            <a:pPr marL="812780">
              <a:spcBef>
                <a:spcPts val="800"/>
              </a:spcBef>
            </a:pPr>
            <a:r>
              <a:rPr lang="en-GB" sz="2400" dirty="0">
                <a:solidFill>
                  <a:schemeClr val="dk1"/>
                </a:solidFill>
                <a:latin typeface="Times New Roman"/>
                <a:ea typeface="Times New Roman"/>
                <a:cs typeface="Times New Roman"/>
                <a:sym typeface="Times New Roman"/>
              </a:rPr>
              <a:t>2  For (</a:t>
            </a:r>
            <a:r>
              <a:rPr lang="en-GB" sz="2400" i="1" dirty="0">
                <a:solidFill>
                  <a:schemeClr val="dk1"/>
                </a:solidFill>
                <a:latin typeface="Times New Roman"/>
                <a:ea typeface="Times New Roman"/>
                <a:cs typeface="Times New Roman"/>
                <a:sym typeface="Times New Roman"/>
              </a:rPr>
              <a:t>k </a:t>
            </a:r>
            <a:r>
              <a:rPr lang="en-GB" sz="2400" dirty="0">
                <a:solidFill>
                  <a:schemeClr val="dk1"/>
                </a:solidFill>
                <a:latin typeface="Times New Roman"/>
                <a:ea typeface="Times New Roman"/>
                <a:cs typeface="Times New Roman"/>
                <a:sym typeface="Times New Roman"/>
              </a:rPr>
              <a:t>= 2 ; while </a:t>
            </a:r>
            <a:r>
              <a:rPr lang="en-GB" sz="2400" i="1" dirty="0">
                <a:solidFill>
                  <a:schemeClr val="dk1"/>
                </a:solidFill>
                <a:latin typeface="Times New Roman"/>
                <a:ea typeface="Times New Roman"/>
                <a:cs typeface="Times New Roman"/>
                <a:sym typeface="Times New Roman"/>
              </a:rPr>
              <a:t>L</a:t>
            </a:r>
            <a:r>
              <a:rPr lang="en-GB" sz="4800" i="1" baseline="-25000" dirty="0">
                <a:solidFill>
                  <a:schemeClr val="dk1"/>
                </a:solidFill>
                <a:latin typeface="Times New Roman"/>
                <a:ea typeface="Times New Roman"/>
                <a:cs typeface="Times New Roman"/>
                <a:sym typeface="Times New Roman"/>
              </a:rPr>
              <a:t>k</a:t>
            </a:r>
            <a:r>
              <a:rPr lang="en-GB" sz="4800" baseline="-25000" dirty="0">
                <a:solidFill>
                  <a:schemeClr val="dk1"/>
                </a:solidFill>
                <a:latin typeface="Times New Roman"/>
                <a:ea typeface="Times New Roman"/>
                <a:cs typeface="Times New Roman"/>
                <a:sym typeface="Times New Roman"/>
              </a:rPr>
              <a:t>-1 </a:t>
            </a:r>
            <a:r>
              <a:rPr lang="en-GB" sz="2400" dirty="0">
                <a:solidFill>
                  <a:schemeClr val="dk1"/>
                </a:solidFill>
                <a:latin typeface="Times New Roman"/>
                <a:ea typeface="Times New Roman"/>
                <a:cs typeface="Times New Roman"/>
                <a:sym typeface="Times New Roman"/>
              </a:rPr>
              <a:t>is non-empty; </a:t>
            </a:r>
            <a:r>
              <a:rPr lang="en-GB" sz="2400" i="1" dirty="0">
                <a:solidFill>
                  <a:schemeClr val="dk1"/>
                </a:solidFill>
                <a:latin typeface="Times New Roman"/>
                <a:ea typeface="Times New Roman"/>
                <a:cs typeface="Times New Roman"/>
                <a:sym typeface="Times New Roman"/>
              </a:rPr>
              <a:t>k</a:t>
            </a:r>
            <a:r>
              <a:rPr lang="en-GB"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812780">
              <a:spcBef>
                <a:spcPts val="800"/>
              </a:spcBef>
            </a:pPr>
            <a:r>
              <a:rPr lang="en-GB" sz="2400" dirty="0">
                <a:solidFill>
                  <a:schemeClr val="dk1"/>
                </a:solidFill>
                <a:latin typeface="Times New Roman"/>
                <a:ea typeface="Times New Roman"/>
                <a:cs typeface="Times New Roman"/>
                <a:sym typeface="Times New Roman"/>
              </a:rPr>
              <a:t>3   {</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k</a:t>
            </a:r>
            <a:r>
              <a:rPr lang="en-GB" sz="2400" i="1" dirty="0">
                <a:solidFill>
                  <a:schemeClr val="dk1"/>
                </a:solidFill>
                <a:latin typeface="Times New Roman"/>
                <a:ea typeface="Times New Roman"/>
                <a:cs typeface="Times New Roman"/>
                <a:sym typeface="Times New Roman"/>
              </a:rPr>
              <a:t> = </a:t>
            </a:r>
            <a:r>
              <a:rPr lang="en-GB" sz="2400" dirty="0" err="1">
                <a:solidFill>
                  <a:srgbClr val="990000"/>
                </a:solidFill>
                <a:latin typeface="Courier New"/>
                <a:ea typeface="Courier New"/>
                <a:cs typeface="Courier New"/>
                <a:sym typeface="Courier New"/>
              </a:rPr>
              <a:t>apriori</a:t>
            </a:r>
            <a:r>
              <a:rPr lang="en-GB" sz="2400" dirty="0">
                <a:solidFill>
                  <a:srgbClr val="990000"/>
                </a:solidFill>
                <a:latin typeface="Courier New"/>
                <a:ea typeface="Courier New"/>
                <a:cs typeface="Courier New"/>
                <a:sym typeface="Courier New"/>
              </a:rPr>
              <a:t>-gen</a:t>
            </a:r>
            <a:r>
              <a:rPr lang="en-GB" sz="2400" dirty="0">
                <a:solidFill>
                  <a:schemeClr val="dk1"/>
                </a:solidFill>
                <a:latin typeface="Times New Roman"/>
                <a:ea typeface="Times New Roman"/>
                <a:cs typeface="Times New Roman"/>
                <a:sym typeface="Times New Roman"/>
              </a:rPr>
              <a:t>(</a:t>
            </a:r>
            <a:r>
              <a:rPr lang="en-GB" sz="2400" i="1" dirty="0">
                <a:solidFill>
                  <a:schemeClr val="dk1"/>
                </a:solidFill>
                <a:latin typeface="Times New Roman"/>
                <a:ea typeface="Times New Roman"/>
                <a:cs typeface="Times New Roman"/>
                <a:sym typeface="Times New Roman"/>
              </a:rPr>
              <a:t>L</a:t>
            </a:r>
            <a:r>
              <a:rPr lang="en-GB" sz="4800" i="1" baseline="-25000" dirty="0">
                <a:solidFill>
                  <a:schemeClr val="dk1"/>
                </a:solidFill>
                <a:latin typeface="Times New Roman"/>
                <a:ea typeface="Times New Roman"/>
                <a:cs typeface="Times New Roman"/>
                <a:sym typeface="Times New Roman"/>
              </a:rPr>
              <a:t>k</a:t>
            </a:r>
            <a:r>
              <a:rPr lang="en-GB" sz="4800" baseline="-25000" dirty="0">
                <a:solidFill>
                  <a:schemeClr val="dk1"/>
                </a:solidFill>
                <a:latin typeface="Times New Roman"/>
                <a:ea typeface="Times New Roman"/>
                <a:cs typeface="Times New Roman"/>
                <a:sym typeface="Times New Roman"/>
              </a:rPr>
              <a:t>-1</a:t>
            </a:r>
            <a:r>
              <a:rPr lang="en-GB"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812780">
              <a:spcBef>
                <a:spcPts val="800"/>
              </a:spcBef>
            </a:pPr>
            <a:r>
              <a:rPr lang="en-GB" sz="2400" dirty="0">
                <a:solidFill>
                  <a:schemeClr val="dk1"/>
                </a:solidFill>
                <a:latin typeface="Times New Roman"/>
                <a:ea typeface="Times New Roman"/>
                <a:cs typeface="Times New Roman"/>
                <a:sym typeface="Times New Roman"/>
              </a:rPr>
              <a:t>4    For each </a:t>
            </a:r>
            <a:r>
              <a:rPr lang="en-GB" sz="2400" i="1" dirty="0">
                <a:solidFill>
                  <a:schemeClr val="dk1"/>
                </a:solidFill>
                <a:latin typeface="Times New Roman"/>
                <a:ea typeface="Times New Roman"/>
                <a:cs typeface="Times New Roman"/>
                <a:sym typeface="Times New Roman"/>
              </a:rPr>
              <a:t>c</a:t>
            </a:r>
            <a:r>
              <a:rPr lang="en-GB" sz="2400" dirty="0">
                <a:solidFill>
                  <a:schemeClr val="dk1"/>
                </a:solidFill>
                <a:latin typeface="Times New Roman"/>
                <a:ea typeface="Times New Roman"/>
                <a:cs typeface="Times New Roman"/>
                <a:sym typeface="Times New Roman"/>
              </a:rPr>
              <a:t> in </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k</a:t>
            </a:r>
            <a:r>
              <a:rPr lang="en-GB" sz="2400" i="1"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initialise </a:t>
            </a:r>
            <a:r>
              <a:rPr lang="en-GB" sz="2400" i="1" dirty="0" err="1">
                <a:solidFill>
                  <a:schemeClr val="dk1"/>
                </a:solidFill>
                <a:latin typeface="Times New Roman"/>
                <a:ea typeface="Times New Roman"/>
                <a:cs typeface="Times New Roman"/>
                <a:sym typeface="Times New Roman"/>
              </a:rPr>
              <a:t>c</a:t>
            </a:r>
            <a:r>
              <a:rPr lang="en-GB" sz="2400" dirty="0" err="1">
                <a:solidFill>
                  <a:schemeClr val="dk1"/>
                </a:solidFill>
                <a:latin typeface="Times New Roman"/>
                <a:ea typeface="Times New Roman"/>
                <a:cs typeface="Times New Roman"/>
                <a:sym typeface="Times New Roman"/>
              </a:rPr>
              <a:t>.</a:t>
            </a:r>
            <a:r>
              <a:rPr lang="en-GB" sz="2400" i="1" dirty="0" err="1">
                <a:solidFill>
                  <a:schemeClr val="dk1"/>
                </a:solidFill>
                <a:latin typeface="Times New Roman"/>
                <a:ea typeface="Times New Roman"/>
                <a:cs typeface="Times New Roman"/>
                <a:sym typeface="Times New Roman"/>
              </a:rPr>
              <a:t>count</a:t>
            </a:r>
            <a:r>
              <a:rPr lang="en-GB" sz="2400" i="1"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to zero</a:t>
            </a:r>
            <a:endParaRPr sz="2400" dirty="0">
              <a:solidFill>
                <a:schemeClr val="dk1"/>
              </a:solidFill>
              <a:latin typeface="Times New Roman"/>
              <a:ea typeface="Times New Roman"/>
              <a:cs typeface="Times New Roman"/>
              <a:sym typeface="Times New Roman"/>
            </a:endParaRPr>
          </a:p>
          <a:p>
            <a:pPr marL="1269968" indent="-457189">
              <a:spcBef>
                <a:spcPts val="800"/>
              </a:spcBef>
              <a:buAutoNum type="arabicPlain" startAt="5"/>
            </a:pPr>
            <a:r>
              <a:rPr lang="en-GB" sz="2400" dirty="0">
                <a:solidFill>
                  <a:schemeClr val="dk1"/>
                </a:solidFill>
                <a:latin typeface="Times New Roman"/>
                <a:ea typeface="Times New Roman"/>
                <a:cs typeface="Times New Roman"/>
                <a:sym typeface="Times New Roman"/>
              </a:rPr>
              <a:t>For all records </a:t>
            </a:r>
            <a:r>
              <a:rPr lang="en-GB" sz="2400" i="1" dirty="0">
                <a:solidFill>
                  <a:schemeClr val="dk1"/>
                </a:solidFill>
                <a:latin typeface="Times New Roman"/>
                <a:ea typeface="Times New Roman"/>
                <a:cs typeface="Times New Roman"/>
                <a:sym typeface="Times New Roman"/>
              </a:rPr>
              <a:t>r </a:t>
            </a:r>
            <a:r>
              <a:rPr lang="en-GB" sz="2400" dirty="0">
                <a:solidFill>
                  <a:schemeClr val="dk1"/>
                </a:solidFill>
                <a:latin typeface="Times New Roman"/>
                <a:ea typeface="Times New Roman"/>
                <a:cs typeface="Times New Roman"/>
                <a:sym typeface="Times New Roman"/>
              </a:rPr>
              <a:t>in the DB</a:t>
            </a:r>
          </a:p>
          <a:p>
            <a:pPr marL="1269968" indent="-457189">
              <a:spcBef>
                <a:spcPts val="800"/>
              </a:spcBef>
              <a:buAutoNum type="arabicPlain" startAt="5"/>
            </a:pPr>
            <a:r>
              <a:rPr lang="en-GB" sz="2400" dirty="0">
                <a:solidFill>
                  <a:schemeClr val="dk1"/>
                </a:solidFill>
                <a:latin typeface="Times New Roman"/>
                <a:ea typeface="Times New Roman"/>
                <a:cs typeface="Times New Roman"/>
                <a:sym typeface="Times New Roman"/>
              </a:rPr>
              <a:t>{</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r</a:t>
            </a:r>
            <a:r>
              <a:rPr lang="en-GB" sz="2400" i="1" dirty="0">
                <a:solidFill>
                  <a:schemeClr val="dk1"/>
                </a:solidFill>
                <a:latin typeface="Times New Roman"/>
                <a:ea typeface="Times New Roman"/>
                <a:cs typeface="Times New Roman"/>
                <a:sym typeface="Times New Roman"/>
              </a:rPr>
              <a:t> = </a:t>
            </a:r>
            <a:r>
              <a:rPr lang="en-GB" sz="2400" dirty="0">
                <a:solidFill>
                  <a:srgbClr val="990000"/>
                </a:solidFill>
                <a:latin typeface="Courier New"/>
                <a:ea typeface="Courier New"/>
                <a:cs typeface="Courier New"/>
                <a:sym typeface="Courier New"/>
              </a:rPr>
              <a:t>subset</a:t>
            </a:r>
            <a:r>
              <a:rPr lang="en-GB" sz="2400" dirty="0">
                <a:solidFill>
                  <a:schemeClr val="dk1"/>
                </a:solidFill>
                <a:latin typeface="Times New Roman"/>
                <a:ea typeface="Times New Roman"/>
                <a:cs typeface="Times New Roman"/>
                <a:sym typeface="Times New Roman"/>
              </a:rPr>
              <a:t>(</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k</a:t>
            </a:r>
            <a:r>
              <a:rPr lang="en-GB" sz="2400" dirty="0">
                <a:solidFill>
                  <a:schemeClr val="dk1"/>
                </a:solidFill>
                <a:latin typeface="Times New Roman"/>
                <a:ea typeface="Times New Roman"/>
                <a:cs typeface="Times New Roman"/>
                <a:sym typeface="Times New Roman"/>
              </a:rPr>
              <a:t>, </a:t>
            </a:r>
            <a:r>
              <a:rPr lang="en-GB" sz="2400" i="1" dirty="0">
                <a:solidFill>
                  <a:schemeClr val="dk1"/>
                </a:solidFill>
                <a:latin typeface="Times New Roman"/>
                <a:ea typeface="Times New Roman"/>
                <a:cs typeface="Times New Roman"/>
                <a:sym typeface="Times New Roman"/>
              </a:rPr>
              <a:t>r</a:t>
            </a:r>
            <a:r>
              <a:rPr lang="en-GB" sz="2400" dirty="0">
                <a:solidFill>
                  <a:schemeClr val="dk1"/>
                </a:solidFill>
                <a:latin typeface="Times New Roman"/>
                <a:ea typeface="Times New Roman"/>
                <a:cs typeface="Times New Roman"/>
                <a:sym typeface="Times New Roman"/>
              </a:rPr>
              <a:t>); </a:t>
            </a:r>
            <a:r>
              <a:rPr lang="en-GB" sz="2400" i="1"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For each </a:t>
            </a:r>
            <a:r>
              <a:rPr lang="en-GB" sz="2400" i="1" dirty="0">
                <a:solidFill>
                  <a:schemeClr val="dk1"/>
                </a:solidFill>
                <a:latin typeface="Times New Roman"/>
                <a:ea typeface="Times New Roman"/>
                <a:cs typeface="Times New Roman"/>
                <a:sym typeface="Times New Roman"/>
              </a:rPr>
              <a:t>c </a:t>
            </a:r>
            <a:r>
              <a:rPr lang="en-GB" sz="2400" dirty="0">
                <a:solidFill>
                  <a:schemeClr val="dk1"/>
                </a:solidFill>
                <a:latin typeface="Times New Roman"/>
                <a:ea typeface="Times New Roman"/>
                <a:cs typeface="Times New Roman"/>
                <a:sym typeface="Times New Roman"/>
              </a:rPr>
              <a:t>in </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r</a:t>
            </a:r>
            <a:r>
              <a:rPr lang="en-GB" sz="2400" i="1" dirty="0">
                <a:solidFill>
                  <a:schemeClr val="dk1"/>
                </a:solidFill>
                <a:latin typeface="Times New Roman"/>
                <a:ea typeface="Times New Roman"/>
                <a:cs typeface="Times New Roman"/>
                <a:sym typeface="Times New Roman"/>
              </a:rPr>
              <a:t> , </a:t>
            </a:r>
            <a:r>
              <a:rPr lang="en-GB" sz="2400" i="1" dirty="0" err="1">
                <a:solidFill>
                  <a:schemeClr val="dk1"/>
                </a:solidFill>
                <a:latin typeface="Times New Roman"/>
                <a:ea typeface="Times New Roman"/>
                <a:cs typeface="Times New Roman"/>
                <a:sym typeface="Times New Roman"/>
              </a:rPr>
              <a:t>c.count</a:t>
            </a:r>
            <a:r>
              <a:rPr lang="en-GB"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812780">
              <a:spcBef>
                <a:spcPts val="800"/>
              </a:spcBef>
            </a:pPr>
            <a:r>
              <a:rPr lang="en-GB" sz="2400" dirty="0">
                <a:solidFill>
                  <a:schemeClr val="dk1"/>
                </a:solidFill>
                <a:latin typeface="Times New Roman"/>
                <a:ea typeface="Times New Roman"/>
                <a:cs typeface="Times New Roman"/>
                <a:sym typeface="Times New Roman"/>
              </a:rPr>
              <a:t>7     Set </a:t>
            </a:r>
            <a:r>
              <a:rPr lang="en-GB" sz="2400" i="1" dirty="0">
                <a:solidFill>
                  <a:schemeClr val="dk1"/>
                </a:solidFill>
                <a:latin typeface="Times New Roman"/>
                <a:ea typeface="Times New Roman"/>
                <a:cs typeface="Times New Roman"/>
                <a:sym typeface="Times New Roman"/>
              </a:rPr>
              <a:t>L</a:t>
            </a:r>
            <a:r>
              <a:rPr lang="en-GB" sz="4800" i="1" baseline="-25000" dirty="0">
                <a:solidFill>
                  <a:schemeClr val="dk1"/>
                </a:solidFill>
                <a:latin typeface="Times New Roman"/>
                <a:ea typeface="Times New Roman"/>
                <a:cs typeface="Times New Roman"/>
                <a:sym typeface="Times New Roman"/>
              </a:rPr>
              <a:t>k</a:t>
            </a:r>
            <a:r>
              <a:rPr lang="en-GB" sz="4800" baseline="-25000"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 all </a:t>
            </a:r>
            <a:r>
              <a:rPr lang="en-GB" sz="2400" i="1" dirty="0">
                <a:solidFill>
                  <a:schemeClr val="dk1"/>
                </a:solidFill>
                <a:latin typeface="Times New Roman"/>
                <a:ea typeface="Times New Roman"/>
                <a:cs typeface="Times New Roman"/>
                <a:sym typeface="Times New Roman"/>
              </a:rPr>
              <a:t>c </a:t>
            </a:r>
            <a:r>
              <a:rPr lang="en-GB" sz="2400" dirty="0">
                <a:solidFill>
                  <a:schemeClr val="dk1"/>
                </a:solidFill>
                <a:latin typeface="Times New Roman"/>
                <a:ea typeface="Times New Roman"/>
                <a:cs typeface="Times New Roman"/>
                <a:sym typeface="Times New Roman"/>
              </a:rPr>
              <a:t>in </a:t>
            </a:r>
            <a:r>
              <a:rPr lang="en-GB" sz="2400" i="1" dirty="0">
                <a:solidFill>
                  <a:schemeClr val="dk1"/>
                </a:solidFill>
                <a:latin typeface="Times New Roman"/>
                <a:ea typeface="Times New Roman"/>
                <a:cs typeface="Times New Roman"/>
                <a:sym typeface="Times New Roman"/>
              </a:rPr>
              <a:t>C</a:t>
            </a:r>
            <a:r>
              <a:rPr lang="en-GB" sz="4800" i="1" baseline="-25000" dirty="0">
                <a:solidFill>
                  <a:schemeClr val="dk1"/>
                </a:solidFill>
                <a:latin typeface="Times New Roman"/>
                <a:ea typeface="Times New Roman"/>
                <a:cs typeface="Times New Roman"/>
                <a:sym typeface="Times New Roman"/>
              </a:rPr>
              <a:t>k</a:t>
            </a:r>
            <a:r>
              <a:rPr lang="en-GB" sz="2400" i="1"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whose </a:t>
            </a:r>
            <a:r>
              <a:rPr lang="en-GB" sz="2400" i="1" dirty="0">
                <a:solidFill>
                  <a:schemeClr val="dk1"/>
                </a:solidFill>
                <a:latin typeface="Times New Roman"/>
                <a:ea typeface="Times New Roman"/>
                <a:cs typeface="Times New Roman"/>
                <a:sym typeface="Times New Roman"/>
              </a:rPr>
              <a:t>count</a:t>
            </a:r>
            <a:r>
              <a:rPr lang="en-GB" sz="2400" dirty="0">
                <a:solidFill>
                  <a:schemeClr val="dk1"/>
                </a:solidFill>
                <a:latin typeface="Times New Roman"/>
                <a:ea typeface="Times New Roman"/>
                <a:cs typeface="Times New Roman"/>
                <a:sym typeface="Times New Roman"/>
              </a:rPr>
              <a:t> &gt;=  </a:t>
            </a:r>
            <a:r>
              <a:rPr lang="en-GB" sz="2400" i="1" dirty="0" err="1">
                <a:solidFill>
                  <a:schemeClr val="dk1"/>
                </a:solidFill>
                <a:latin typeface="Times New Roman"/>
                <a:ea typeface="Times New Roman"/>
                <a:cs typeface="Times New Roman"/>
                <a:sym typeface="Times New Roman"/>
              </a:rPr>
              <a:t>minsup</a:t>
            </a:r>
            <a:endParaRPr sz="2400" i="1" dirty="0">
              <a:solidFill>
                <a:schemeClr val="dk1"/>
              </a:solidFill>
              <a:latin typeface="Times New Roman"/>
              <a:ea typeface="Times New Roman"/>
              <a:cs typeface="Times New Roman"/>
              <a:sym typeface="Times New Roman"/>
            </a:endParaRPr>
          </a:p>
          <a:p>
            <a:pPr marL="812780">
              <a:spcBef>
                <a:spcPts val="800"/>
              </a:spcBef>
            </a:pPr>
            <a:r>
              <a:rPr lang="en-GB" sz="2400" i="1" dirty="0">
                <a:solidFill>
                  <a:schemeClr val="dk1"/>
                </a:solidFill>
                <a:latin typeface="Times New Roman"/>
                <a:ea typeface="Times New Roman"/>
                <a:cs typeface="Times New Roman"/>
                <a:sym typeface="Times New Roman"/>
              </a:rPr>
              <a:t>8	</a:t>
            </a:r>
            <a:r>
              <a:rPr lang="en-GB" sz="2400" dirty="0">
                <a:solidFill>
                  <a:schemeClr val="dk1"/>
                </a:solidFill>
                <a:latin typeface="Times New Roman"/>
                <a:ea typeface="Times New Roman"/>
                <a:cs typeface="Times New Roman"/>
                <a:sym typeface="Times New Roman"/>
              </a:rPr>
              <a:t>}  /*  end   -- return all of the </a:t>
            </a:r>
            <a:r>
              <a:rPr lang="en-GB" sz="2400" i="1" dirty="0">
                <a:solidFill>
                  <a:schemeClr val="dk1"/>
                </a:solidFill>
                <a:latin typeface="Times New Roman"/>
                <a:ea typeface="Times New Roman"/>
                <a:cs typeface="Times New Roman"/>
                <a:sym typeface="Times New Roman"/>
              </a:rPr>
              <a:t>L</a:t>
            </a:r>
            <a:r>
              <a:rPr lang="en-GB" sz="4800" i="1" baseline="-25000" dirty="0">
                <a:solidFill>
                  <a:schemeClr val="dk1"/>
                </a:solidFill>
                <a:latin typeface="Times New Roman"/>
                <a:ea typeface="Times New Roman"/>
                <a:cs typeface="Times New Roman"/>
                <a:sym typeface="Times New Roman"/>
              </a:rPr>
              <a:t>k</a:t>
            </a:r>
            <a:r>
              <a:rPr lang="en-GB" sz="4800" baseline="-25000" dirty="0">
                <a:solidFill>
                  <a:schemeClr val="dk1"/>
                </a:solidFill>
                <a:latin typeface="Times New Roman"/>
                <a:ea typeface="Times New Roman"/>
                <a:cs typeface="Times New Roman"/>
                <a:sym typeface="Times New Roman"/>
              </a:rPr>
              <a:t> </a:t>
            </a:r>
            <a:r>
              <a:rPr lang="en-GB" sz="2400" dirty="0">
                <a:solidFill>
                  <a:schemeClr val="dk1"/>
                </a:solidFill>
                <a:latin typeface="Times New Roman"/>
                <a:ea typeface="Times New Roman"/>
                <a:cs typeface="Times New Roman"/>
                <a:sym typeface="Times New Roman"/>
              </a:rPr>
              <a:t>sets.</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BD7CA3-51A5-8D3D-B6F2-6140071AC4B0}"/>
              </a:ext>
            </a:extLst>
          </p:cNvPr>
          <p:cNvSpPr>
            <a:spLocks noGrp="1"/>
          </p:cNvSpPr>
          <p:nvPr>
            <p:ph type="sldNum" sz="quarter" idx="12"/>
          </p:nvPr>
        </p:nvSpPr>
        <p:spPr/>
        <p:txBody>
          <a:bodyPr/>
          <a:lstStyle/>
          <a:p>
            <a:fld id="{1AE971F0-0CD2-4C47-8087-EBCE9716EA84}" type="slidenum">
              <a:rPr lang="en-GB" smtClean="0"/>
              <a:t>13</a:t>
            </a:fld>
            <a:endParaRPr lang="en-GB"/>
          </a:p>
        </p:txBody>
      </p:sp>
      <p:pic>
        <p:nvPicPr>
          <p:cNvPr id="3" name="Picture 2">
            <a:extLst>
              <a:ext uri="{FF2B5EF4-FFF2-40B4-BE49-F238E27FC236}">
                <a16:creationId xmlns:a16="http://schemas.microsoft.com/office/drawing/2014/main" id="{859C21F8-FCF2-0076-46C5-BB46F213F2E7}"/>
              </a:ext>
            </a:extLst>
          </p:cNvPr>
          <p:cNvPicPr>
            <a:picLocks noChangeAspect="1"/>
          </p:cNvPicPr>
          <p:nvPr/>
        </p:nvPicPr>
        <p:blipFill>
          <a:blip r:embed="rId3"/>
          <a:stretch>
            <a:fillRect/>
          </a:stretch>
        </p:blipFill>
        <p:spPr>
          <a:xfrm>
            <a:off x="1155094" y="115578"/>
            <a:ext cx="10256468" cy="6412569"/>
          </a:xfrm>
          <a:prstGeom prst="rect">
            <a:avLst/>
          </a:prstGeom>
        </p:spPr>
      </p:pic>
    </p:spTree>
    <p:extLst>
      <p:ext uri="{BB962C8B-B14F-4D97-AF65-F5344CB8AC3E}">
        <p14:creationId xmlns:p14="http://schemas.microsoft.com/office/powerpoint/2010/main" val="3349349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CD7794-0B3E-B2A9-6385-9C2828649787}"/>
              </a:ext>
            </a:extLst>
          </p:cNvPr>
          <p:cNvSpPr>
            <a:spLocks noGrp="1"/>
          </p:cNvSpPr>
          <p:nvPr>
            <p:ph type="sldNum" sz="quarter" idx="12"/>
          </p:nvPr>
        </p:nvSpPr>
        <p:spPr/>
        <p:txBody>
          <a:bodyPr>
            <a:normAutofit/>
          </a:bodyPr>
          <a:lstStyle/>
          <a:p>
            <a:fld id="{00000000-1234-1234-1234-123412341234}" type="slidenum">
              <a:rPr lang="en-GB" smtClean="0"/>
              <a:pPr/>
              <a:t>14</a:t>
            </a:fld>
            <a:endParaRPr lang="en-GB"/>
          </a:p>
        </p:txBody>
      </p:sp>
      <p:sp>
        <p:nvSpPr>
          <p:cNvPr id="98" name="Google Shape;98;p20"/>
          <p:cNvSpPr txBox="1">
            <a:spLocks noGrp="1"/>
          </p:cNvSpPr>
          <p:nvPr>
            <p:ph type="title" idx="4294967295"/>
          </p:nvPr>
        </p:nvSpPr>
        <p:spPr>
          <a:xfrm>
            <a:off x="8625840" y="332488"/>
            <a:ext cx="3031588" cy="1325563"/>
          </a:xfrm>
          <a:prstGeom prst="rect">
            <a:avLst/>
          </a:prstGeom>
        </p:spPr>
        <p:txBody>
          <a:bodyPr spcFirstLastPara="1" vert="horz" wrap="square" lIns="121900" tIns="121900" rIns="121900" bIns="121900" rtlCol="0" anchor="t" anchorCtr="0">
            <a:noAutofit/>
          </a:bodyPr>
          <a:lstStyle/>
          <a:p>
            <a:r>
              <a:rPr lang="en-GB" sz="2133" dirty="0"/>
              <a:t>If E and AB are infrequent, then we can remove all the rules that have them.</a:t>
            </a:r>
            <a:endParaRPr sz="2133" dirty="0"/>
          </a:p>
        </p:txBody>
      </p:sp>
      <p:pic>
        <p:nvPicPr>
          <p:cNvPr id="3" name="Picture 2">
            <a:extLst>
              <a:ext uri="{FF2B5EF4-FFF2-40B4-BE49-F238E27FC236}">
                <a16:creationId xmlns:a16="http://schemas.microsoft.com/office/drawing/2014/main" id="{56A2BC93-381E-FE29-5376-3C867C2A2A51}"/>
              </a:ext>
            </a:extLst>
          </p:cNvPr>
          <p:cNvPicPr>
            <a:picLocks noChangeAspect="1"/>
          </p:cNvPicPr>
          <p:nvPr/>
        </p:nvPicPr>
        <p:blipFill>
          <a:blip r:embed="rId3"/>
          <a:stretch>
            <a:fillRect/>
          </a:stretch>
        </p:blipFill>
        <p:spPr>
          <a:xfrm>
            <a:off x="-1" y="-1"/>
            <a:ext cx="8054108" cy="6009793"/>
          </a:xfrm>
          <a:prstGeom prst="rect">
            <a:avLst/>
          </a:prstGeom>
        </p:spPr>
      </p:pic>
      <p:sp>
        <p:nvSpPr>
          <p:cNvPr id="5" name="TextBox 4">
            <a:extLst>
              <a:ext uri="{FF2B5EF4-FFF2-40B4-BE49-F238E27FC236}">
                <a16:creationId xmlns:a16="http://schemas.microsoft.com/office/drawing/2014/main" id="{7C36D70B-A0B0-0186-2DBD-F169500EA525}"/>
              </a:ext>
            </a:extLst>
          </p:cNvPr>
          <p:cNvSpPr txBox="1"/>
          <p:nvPr/>
        </p:nvSpPr>
        <p:spPr>
          <a:xfrm>
            <a:off x="640389" y="6092533"/>
            <a:ext cx="7413719" cy="748988"/>
          </a:xfrm>
          <a:prstGeom prst="rect">
            <a:avLst/>
          </a:prstGeom>
          <a:noFill/>
        </p:spPr>
        <p:txBody>
          <a:bodyPr wrap="square">
            <a:spAutoFit/>
          </a:bodyPr>
          <a:lstStyle/>
          <a:p>
            <a:r>
              <a:rPr lang="en-GB" sz="1867" dirty="0">
                <a:solidFill>
                  <a:srgbClr val="878787"/>
                </a:solidFill>
                <a:latin typeface="SegoeUI"/>
              </a:rPr>
              <a:t>Chapter 4: Frequent </a:t>
            </a:r>
            <a:r>
              <a:rPr lang="en-GB" sz="1867" dirty="0" err="1">
                <a:solidFill>
                  <a:srgbClr val="878787"/>
                </a:solidFill>
                <a:latin typeface="SegoeUI"/>
              </a:rPr>
              <a:t>Itemsets</a:t>
            </a:r>
            <a:r>
              <a:rPr lang="en-GB" sz="1867" dirty="0">
                <a:solidFill>
                  <a:srgbClr val="878787"/>
                </a:solidFill>
                <a:latin typeface="SegoeUI"/>
              </a:rPr>
              <a:t> and Association Rules </a:t>
            </a:r>
            <a:endParaRPr lang="en-GB" sz="2400" dirty="0"/>
          </a:p>
          <a:p>
            <a:r>
              <a:rPr lang="en-GB" sz="1200" dirty="0">
                <a:solidFill>
                  <a:srgbClr val="878787"/>
                </a:solidFill>
                <a:latin typeface="SegoeUI"/>
              </a:rPr>
              <a:t>IRDM ‘15/16 </a:t>
            </a:r>
            <a:r>
              <a:rPr lang="en-GB" sz="2400" dirty="0"/>
              <a:t>. </a:t>
            </a:r>
            <a:r>
              <a:rPr lang="en-GB" sz="1200" dirty="0">
                <a:solidFill>
                  <a:srgbClr val="878787"/>
                </a:solidFill>
                <a:latin typeface="SegoeUI"/>
              </a:rPr>
              <a:t>3 Nov 2015 </a:t>
            </a:r>
            <a:r>
              <a:rPr lang="en-GB" sz="2400" dirty="0"/>
              <a:t>. </a:t>
            </a:r>
            <a:r>
              <a:rPr lang="en-GB" sz="1467" dirty="0" err="1">
                <a:solidFill>
                  <a:srgbClr val="878787"/>
                </a:solidFill>
                <a:latin typeface="SegoeUI"/>
              </a:rPr>
              <a:t>Jilles</a:t>
            </a:r>
            <a:r>
              <a:rPr lang="en-GB" sz="1467" dirty="0">
                <a:solidFill>
                  <a:srgbClr val="878787"/>
                </a:solidFill>
                <a:latin typeface="SegoeUI"/>
              </a:rPr>
              <a:t> </a:t>
            </a:r>
            <a:r>
              <a:rPr lang="en-GB" sz="1467" dirty="0" err="1">
                <a:solidFill>
                  <a:srgbClr val="878787"/>
                </a:solidFill>
                <a:latin typeface="SegoeUI"/>
              </a:rPr>
              <a:t>Vreeken</a:t>
            </a:r>
            <a:r>
              <a:rPr lang="en-GB" sz="1467" dirty="0">
                <a:solidFill>
                  <a:srgbClr val="878787"/>
                </a:solidFill>
                <a:latin typeface="SegoeUI"/>
              </a:rPr>
              <a:t> </a:t>
            </a:r>
          </a:p>
        </p:txBody>
      </p:sp>
      <p:sp>
        <p:nvSpPr>
          <p:cNvPr id="6" name="TextBox 5">
            <a:extLst>
              <a:ext uri="{FF2B5EF4-FFF2-40B4-BE49-F238E27FC236}">
                <a16:creationId xmlns:a16="http://schemas.microsoft.com/office/drawing/2014/main" id="{F9846C73-AE15-B098-659C-2B9FCDCA0CD9}"/>
              </a:ext>
            </a:extLst>
          </p:cNvPr>
          <p:cNvSpPr txBox="1"/>
          <p:nvPr/>
        </p:nvSpPr>
        <p:spPr>
          <a:xfrm>
            <a:off x="8381310" y="2124714"/>
            <a:ext cx="3520648" cy="4154984"/>
          </a:xfrm>
          <a:prstGeom prst="rect">
            <a:avLst/>
          </a:prstGeom>
          <a:solidFill>
            <a:schemeClr val="tx2"/>
          </a:solidFill>
          <a:ln>
            <a:solidFill>
              <a:schemeClr val="tx1"/>
            </a:solidFill>
          </a:ln>
        </p:spPr>
        <p:txBody>
          <a:bodyPr wrap="square">
            <a:spAutoFit/>
          </a:bodyPr>
          <a:lstStyle/>
          <a:p>
            <a:r>
              <a:rPr lang="en-GB" sz="2400" i="1" dirty="0" err="1">
                <a:solidFill>
                  <a:schemeClr val="bg1"/>
                </a:solidFill>
                <a:latin typeface="source-serif-pro"/>
              </a:rPr>
              <a:t>Apriori</a:t>
            </a:r>
            <a:r>
              <a:rPr lang="en-GB" sz="2400" i="1" dirty="0">
                <a:solidFill>
                  <a:schemeClr val="bg1"/>
                </a:solidFill>
                <a:latin typeface="source-serif-pro"/>
              </a:rPr>
              <a:t> pruning principle: If an itemset is infrequent, then its superset is also infrequent and therefore we do not need to calculate its support. In other words, if {X} is infrequent, then any combination of {X} with any other item/s like {X,Y} will also be infrequent.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8D95-A288-D66A-AA78-3AD2F824F382}"/>
              </a:ext>
            </a:extLst>
          </p:cNvPr>
          <p:cNvSpPr>
            <a:spLocks noGrp="1"/>
          </p:cNvSpPr>
          <p:nvPr>
            <p:ph type="title"/>
          </p:nvPr>
        </p:nvSpPr>
        <p:spPr>
          <a:xfrm>
            <a:off x="381000" y="274265"/>
            <a:ext cx="10515600" cy="859591"/>
          </a:xfrm>
        </p:spPr>
        <p:txBody>
          <a:bodyPr/>
          <a:lstStyle/>
          <a:p>
            <a:r>
              <a:rPr lang="en-IE" dirty="0" err="1"/>
              <a:t>Apriori</a:t>
            </a:r>
            <a:r>
              <a:rPr lang="en-IE" dirty="0"/>
              <a:t> Rules</a:t>
            </a:r>
          </a:p>
        </p:txBody>
      </p:sp>
      <p:sp>
        <p:nvSpPr>
          <p:cNvPr id="4" name="Slide Number Placeholder 3">
            <a:extLst>
              <a:ext uri="{FF2B5EF4-FFF2-40B4-BE49-F238E27FC236}">
                <a16:creationId xmlns:a16="http://schemas.microsoft.com/office/drawing/2014/main" id="{501AF4AC-DC88-96F6-2021-002906D7BDB2}"/>
              </a:ext>
            </a:extLst>
          </p:cNvPr>
          <p:cNvSpPr>
            <a:spLocks noGrp="1"/>
          </p:cNvSpPr>
          <p:nvPr>
            <p:ph type="sldNum" sz="quarter" idx="12"/>
          </p:nvPr>
        </p:nvSpPr>
        <p:spPr/>
        <p:txBody>
          <a:bodyPr/>
          <a:lstStyle/>
          <a:p>
            <a:fld id="{1AE971F0-0CD2-4C47-8087-EBCE9716EA84}" type="slidenum">
              <a:rPr lang="en-GB" smtClean="0"/>
              <a:pPr/>
              <a:t>15</a:t>
            </a:fld>
            <a:endParaRPr lang="en-GB" dirty="0"/>
          </a:p>
        </p:txBody>
      </p:sp>
      <p:pic>
        <p:nvPicPr>
          <p:cNvPr id="5" name="Picture 2">
            <a:extLst>
              <a:ext uri="{FF2B5EF4-FFF2-40B4-BE49-F238E27FC236}">
                <a16:creationId xmlns:a16="http://schemas.microsoft.com/office/drawing/2014/main" id="{DC5DE6A5-8ECD-85A6-9BF8-089140B0A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949" y="704060"/>
            <a:ext cx="5946851" cy="42302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E6E6B42-A7DE-F6A0-DB2B-A35A7ED8F166}"/>
              </a:ext>
            </a:extLst>
          </p:cNvPr>
          <p:cNvSpPr txBox="1"/>
          <p:nvPr/>
        </p:nvSpPr>
        <p:spPr>
          <a:xfrm>
            <a:off x="632564" y="5364120"/>
            <a:ext cx="8398702" cy="369332"/>
          </a:xfrm>
          <a:prstGeom prst="rect">
            <a:avLst/>
          </a:prstGeom>
          <a:noFill/>
        </p:spPr>
        <p:txBody>
          <a:bodyPr wrap="square">
            <a:spAutoFit/>
          </a:bodyPr>
          <a:lstStyle/>
          <a:p>
            <a:r>
              <a:rPr lang="en-IE" dirty="0"/>
              <a:t>https://</a:t>
            </a:r>
            <a:r>
              <a:rPr lang="en-IE" dirty="0" err="1"/>
              <a:t>orangedatamining.com</a:t>
            </a:r>
            <a:r>
              <a:rPr lang="en-IE" dirty="0"/>
              <a:t>/blog/association-rules-in-orange/</a:t>
            </a:r>
          </a:p>
        </p:txBody>
      </p:sp>
      <p:sp>
        <p:nvSpPr>
          <p:cNvPr id="9" name="TextBox 8">
            <a:extLst>
              <a:ext uri="{FF2B5EF4-FFF2-40B4-BE49-F238E27FC236}">
                <a16:creationId xmlns:a16="http://schemas.microsoft.com/office/drawing/2014/main" id="{8DE5ED9E-643C-C48C-67B8-090AB87EF8CE}"/>
              </a:ext>
            </a:extLst>
          </p:cNvPr>
          <p:cNvSpPr txBox="1"/>
          <p:nvPr/>
        </p:nvSpPr>
        <p:spPr>
          <a:xfrm>
            <a:off x="632564" y="5857303"/>
            <a:ext cx="8398702" cy="369332"/>
          </a:xfrm>
          <a:prstGeom prst="rect">
            <a:avLst/>
          </a:prstGeom>
          <a:noFill/>
        </p:spPr>
        <p:txBody>
          <a:bodyPr wrap="square">
            <a:spAutoFit/>
          </a:bodyPr>
          <a:lstStyle/>
          <a:p>
            <a:r>
              <a:rPr lang="en-IE" dirty="0"/>
              <a:t>https://</a:t>
            </a:r>
            <a:r>
              <a:rPr lang="en-IE" dirty="0" err="1"/>
              <a:t>orange.biolab.si</a:t>
            </a:r>
            <a:r>
              <a:rPr lang="en-IE" dirty="0"/>
              <a:t>/docs/latest/reference/</a:t>
            </a:r>
            <a:r>
              <a:rPr lang="en-IE" dirty="0" err="1"/>
              <a:t>rst</a:t>
            </a:r>
            <a:r>
              <a:rPr lang="en-IE" dirty="0"/>
              <a:t>/</a:t>
            </a:r>
            <a:r>
              <a:rPr lang="en-IE" dirty="0" err="1"/>
              <a:t>Orange.associate.html</a:t>
            </a:r>
            <a:endParaRPr lang="en-IE" dirty="0"/>
          </a:p>
        </p:txBody>
      </p:sp>
    </p:spTree>
    <p:extLst>
      <p:ext uri="{BB962C8B-B14F-4D97-AF65-F5344CB8AC3E}">
        <p14:creationId xmlns:p14="http://schemas.microsoft.com/office/powerpoint/2010/main" val="2173259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3484D-BD53-CD87-CA9F-4886CF253452}"/>
              </a:ext>
            </a:extLst>
          </p:cNvPr>
          <p:cNvSpPr>
            <a:spLocks noGrp="1"/>
          </p:cNvSpPr>
          <p:nvPr>
            <p:ph type="ctrTitle"/>
          </p:nvPr>
        </p:nvSpPr>
        <p:spPr/>
        <p:txBody>
          <a:bodyPr>
            <a:normAutofit fontScale="90000"/>
          </a:bodyPr>
          <a:lstStyle/>
          <a:p>
            <a:r>
              <a:rPr lang="en-IE" dirty="0"/>
              <a:t>Recommender Systems: Content-Based vs Collaborative Filtering</a:t>
            </a:r>
          </a:p>
        </p:txBody>
      </p:sp>
      <p:sp>
        <p:nvSpPr>
          <p:cNvPr id="3" name="Subtitle 2">
            <a:extLst>
              <a:ext uri="{FF2B5EF4-FFF2-40B4-BE49-F238E27FC236}">
                <a16:creationId xmlns:a16="http://schemas.microsoft.com/office/drawing/2014/main" id="{0F70625D-15D9-26B7-75EC-1CB9FD2ADE9D}"/>
              </a:ext>
            </a:extLst>
          </p:cNvPr>
          <p:cNvSpPr>
            <a:spLocks noGrp="1"/>
          </p:cNvSpPr>
          <p:nvPr>
            <p:ph type="subTitle" idx="1"/>
          </p:nvPr>
        </p:nvSpPr>
        <p:spPr/>
        <p:txBody>
          <a:bodyPr/>
          <a:lstStyle/>
          <a:p>
            <a:r>
              <a:rPr lang="en-IE" dirty="0"/>
              <a:t>Netflix picture</a:t>
            </a:r>
          </a:p>
        </p:txBody>
      </p:sp>
    </p:spTree>
    <p:extLst>
      <p:ext uri="{BB962C8B-B14F-4D97-AF65-F5344CB8AC3E}">
        <p14:creationId xmlns:p14="http://schemas.microsoft.com/office/powerpoint/2010/main" val="2476299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186D-803F-85FE-A121-DC16336DF682}"/>
              </a:ext>
            </a:extLst>
          </p:cNvPr>
          <p:cNvSpPr>
            <a:spLocks noGrp="1"/>
          </p:cNvSpPr>
          <p:nvPr>
            <p:ph type="title"/>
          </p:nvPr>
        </p:nvSpPr>
        <p:spPr/>
        <p:txBody>
          <a:bodyPr/>
          <a:lstStyle/>
          <a:p>
            <a:r>
              <a:rPr lang="en-IE" dirty="0"/>
              <a:t>Recommender Systems: Content-Based vs Collaborative Filtering</a:t>
            </a:r>
          </a:p>
        </p:txBody>
      </p:sp>
      <p:sp>
        <p:nvSpPr>
          <p:cNvPr id="3" name="Content Placeholder 2">
            <a:extLst>
              <a:ext uri="{FF2B5EF4-FFF2-40B4-BE49-F238E27FC236}">
                <a16:creationId xmlns:a16="http://schemas.microsoft.com/office/drawing/2014/main" id="{CC734A98-9B8A-9428-6B3E-10B06260337C}"/>
              </a:ext>
            </a:extLst>
          </p:cNvPr>
          <p:cNvSpPr>
            <a:spLocks noGrp="1"/>
          </p:cNvSpPr>
          <p:nvPr>
            <p:ph idx="1"/>
          </p:nvPr>
        </p:nvSpPr>
        <p:spPr>
          <a:xfrm>
            <a:off x="838200" y="1825625"/>
            <a:ext cx="5105400" cy="4351338"/>
          </a:xfrm>
        </p:spPr>
        <p:txBody>
          <a:bodyPr>
            <a:normAutofit fontScale="92500" lnSpcReduction="20000"/>
          </a:bodyPr>
          <a:lstStyle/>
          <a:p>
            <a:pPr>
              <a:buFont typeface="Arial" panose="020B0604020202020204" pitchFamily="34" charset="0"/>
              <a:buChar char="•"/>
            </a:pPr>
            <a:r>
              <a:rPr lang="en-IE" b="1" dirty="0"/>
              <a:t>What are Recommender Systems? </a:t>
            </a:r>
            <a:r>
              <a:rPr lang="en-IE" dirty="0"/>
              <a:t>Tools that help users discover items (e.g., movies, products) based on their preferences.</a:t>
            </a:r>
          </a:p>
          <a:p>
            <a:pPr>
              <a:buFont typeface="Arial" panose="020B0604020202020204" pitchFamily="34" charset="0"/>
              <a:buChar char="•"/>
            </a:pPr>
            <a:r>
              <a:rPr lang="en-IE" dirty="0"/>
              <a:t>Two common approaches are content-b</a:t>
            </a:r>
            <a:r>
              <a:rPr lang="en-IE" b="1" dirty="0"/>
              <a:t>ased Filtering</a:t>
            </a:r>
            <a:r>
              <a:rPr lang="en-IE" dirty="0"/>
              <a:t> and </a:t>
            </a:r>
            <a:r>
              <a:rPr lang="en-IE" b="1" dirty="0"/>
              <a:t>Collaborative Filtering</a:t>
            </a:r>
            <a:r>
              <a:rPr lang="en-IE" dirty="0"/>
              <a:t>.</a:t>
            </a:r>
          </a:p>
          <a:p>
            <a:endParaRPr lang="en-IE" dirty="0"/>
          </a:p>
        </p:txBody>
      </p:sp>
      <p:sp>
        <p:nvSpPr>
          <p:cNvPr id="4" name="Slide Number Placeholder 3">
            <a:extLst>
              <a:ext uri="{FF2B5EF4-FFF2-40B4-BE49-F238E27FC236}">
                <a16:creationId xmlns:a16="http://schemas.microsoft.com/office/drawing/2014/main" id="{B452E006-BB6F-D3E9-ED66-A0E8BE578E7C}"/>
              </a:ext>
            </a:extLst>
          </p:cNvPr>
          <p:cNvSpPr>
            <a:spLocks noGrp="1"/>
          </p:cNvSpPr>
          <p:nvPr>
            <p:ph type="sldNum" sz="quarter" idx="12"/>
          </p:nvPr>
        </p:nvSpPr>
        <p:spPr/>
        <p:txBody>
          <a:bodyPr/>
          <a:lstStyle/>
          <a:p>
            <a:fld id="{1AE971F0-0CD2-4C47-8087-EBCE9716EA84}" type="slidenum">
              <a:rPr lang="en-GB" smtClean="0"/>
              <a:pPr/>
              <a:t>17</a:t>
            </a:fld>
            <a:endParaRPr lang="en-GB" dirty="0"/>
          </a:p>
        </p:txBody>
      </p:sp>
      <p:pic>
        <p:nvPicPr>
          <p:cNvPr id="1026" name="Picture 2" descr="Collaborative filtering ( Source ...">
            <a:extLst>
              <a:ext uri="{FF2B5EF4-FFF2-40B4-BE49-F238E27FC236}">
                <a16:creationId xmlns:a16="http://schemas.microsoft.com/office/drawing/2014/main" id="{E01824A4-DE72-73BC-E792-802B81188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043185"/>
            <a:ext cx="5998858" cy="367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869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228C-1431-428F-F3CF-3F652D824037}"/>
              </a:ext>
            </a:extLst>
          </p:cNvPr>
          <p:cNvSpPr>
            <a:spLocks noGrp="1"/>
          </p:cNvSpPr>
          <p:nvPr>
            <p:ph type="title"/>
          </p:nvPr>
        </p:nvSpPr>
        <p:spPr>
          <a:xfrm>
            <a:off x="353291" y="104626"/>
            <a:ext cx="10515600" cy="1325563"/>
          </a:xfrm>
        </p:spPr>
        <p:txBody>
          <a:bodyPr/>
          <a:lstStyle/>
          <a:p>
            <a:r>
              <a:rPr lang="en-IE" dirty="0"/>
              <a:t>Content-Based Filtering</a:t>
            </a:r>
          </a:p>
        </p:txBody>
      </p:sp>
      <p:sp>
        <p:nvSpPr>
          <p:cNvPr id="3" name="Content Placeholder 2">
            <a:extLst>
              <a:ext uri="{FF2B5EF4-FFF2-40B4-BE49-F238E27FC236}">
                <a16:creationId xmlns:a16="http://schemas.microsoft.com/office/drawing/2014/main" id="{544BBE85-97DB-1B78-32E1-032CBFE7191F}"/>
              </a:ext>
            </a:extLst>
          </p:cNvPr>
          <p:cNvSpPr>
            <a:spLocks noGrp="1"/>
          </p:cNvSpPr>
          <p:nvPr>
            <p:ph idx="1"/>
          </p:nvPr>
        </p:nvSpPr>
        <p:spPr>
          <a:xfrm>
            <a:off x="838200" y="1562389"/>
            <a:ext cx="10515600" cy="4351338"/>
          </a:xfrm>
        </p:spPr>
        <p:txBody>
          <a:bodyPr>
            <a:normAutofit fontScale="62500" lnSpcReduction="20000"/>
          </a:bodyPr>
          <a:lstStyle/>
          <a:p>
            <a:pPr>
              <a:lnSpc>
                <a:spcPct val="120000"/>
              </a:lnSpc>
              <a:buFont typeface="Arial" panose="020B0604020202020204" pitchFamily="34" charset="0"/>
              <a:buChar char="•"/>
            </a:pPr>
            <a:r>
              <a:rPr lang="en-IE" b="1" dirty="0"/>
              <a:t>Definition</a:t>
            </a:r>
            <a:r>
              <a:rPr lang="en-IE" dirty="0"/>
              <a:t>: Recommends items based on the content features of items a user has previously liked.</a:t>
            </a:r>
          </a:p>
          <a:p>
            <a:pPr>
              <a:lnSpc>
                <a:spcPct val="120000"/>
              </a:lnSpc>
              <a:buFont typeface="Arial" panose="020B0604020202020204" pitchFamily="34" charset="0"/>
              <a:buChar char="•"/>
            </a:pPr>
            <a:r>
              <a:rPr lang="en-IE" b="1" dirty="0"/>
              <a:t>Example</a:t>
            </a:r>
            <a:r>
              <a:rPr lang="en-IE" dirty="0"/>
              <a:t>: A recommendation system suggesting action movies if you liked similar action films.</a:t>
            </a:r>
          </a:p>
          <a:p>
            <a:pPr>
              <a:lnSpc>
                <a:spcPct val="120000"/>
              </a:lnSpc>
              <a:buFont typeface="Arial" panose="020B0604020202020204" pitchFamily="34" charset="0"/>
              <a:buChar char="•"/>
            </a:pPr>
            <a:r>
              <a:rPr lang="en-IE" b="1" dirty="0"/>
              <a:t>How it Works</a:t>
            </a:r>
            <a:r>
              <a:rPr lang="en-IE" dirty="0"/>
              <a:t>:</a:t>
            </a:r>
          </a:p>
          <a:p>
            <a:pPr lvl="1">
              <a:lnSpc>
                <a:spcPct val="120000"/>
              </a:lnSpc>
            </a:pPr>
            <a:r>
              <a:rPr lang="en-IE" dirty="0"/>
              <a:t>Items are described by features (e.g., genre, director, actors).</a:t>
            </a:r>
          </a:p>
          <a:p>
            <a:pPr lvl="1">
              <a:lnSpc>
                <a:spcPct val="120000"/>
              </a:lnSpc>
            </a:pPr>
            <a:r>
              <a:rPr lang="en-IE" dirty="0"/>
              <a:t>The system compares these features with items the user has interacted with.</a:t>
            </a:r>
          </a:p>
          <a:p>
            <a:pPr>
              <a:lnSpc>
                <a:spcPct val="120000"/>
              </a:lnSpc>
              <a:buFont typeface="Arial" panose="020B0604020202020204" pitchFamily="34" charset="0"/>
              <a:buChar char="•"/>
            </a:pPr>
            <a:r>
              <a:rPr lang="en-IE" b="1" dirty="0"/>
              <a:t>Advantages</a:t>
            </a:r>
            <a:r>
              <a:rPr lang="en-IE" dirty="0"/>
              <a:t>:</a:t>
            </a:r>
          </a:p>
          <a:p>
            <a:pPr lvl="1">
              <a:lnSpc>
                <a:spcPct val="120000"/>
              </a:lnSpc>
            </a:pPr>
            <a:r>
              <a:rPr lang="en-IE" dirty="0"/>
              <a:t>Highly personalised recommendations.</a:t>
            </a:r>
          </a:p>
          <a:p>
            <a:pPr lvl="1">
              <a:lnSpc>
                <a:spcPct val="120000"/>
              </a:lnSpc>
            </a:pPr>
            <a:r>
              <a:rPr lang="en-IE" dirty="0"/>
              <a:t>Doesn’t require data from other users.</a:t>
            </a:r>
          </a:p>
          <a:p>
            <a:pPr>
              <a:lnSpc>
                <a:spcPct val="120000"/>
              </a:lnSpc>
              <a:buFont typeface="Arial" panose="020B0604020202020204" pitchFamily="34" charset="0"/>
              <a:buChar char="•"/>
            </a:pPr>
            <a:r>
              <a:rPr lang="en-IE" b="1" dirty="0"/>
              <a:t>Disadvantages</a:t>
            </a:r>
            <a:r>
              <a:rPr lang="en-IE" dirty="0"/>
              <a:t>:</a:t>
            </a:r>
          </a:p>
          <a:p>
            <a:pPr lvl="1">
              <a:lnSpc>
                <a:spcPct val="120000"/>
              </a:lnSpc>
            </a:pPr>
            <a:r>
              <a:rPr lang="en-IE" dirty="0"/>
              <a:t>Limited diversity in recommendations (focused on known preferences).</a:t>
            </a:r>
          </a:p>
          <a:p>
            <a:pPr lvl="1">
              <a:lnSpc>
                <a:spcPct val="120000"/>
              </a:lnSpc>
            </a:pPr>
            <a:r>
              <a:rPr lang="en-IE" dirty="0"/>
              <a:t>Requires detailed metadata (item attributes).</a:t>
            </a:r>
          </a:p>
          <a:p>
            <a:pPr>
              <a:lnSpc>
                <a:spcPct val="120000"/>
              </a:lnSpc>
            </a:pPr>
            <a:endParaRPr lang="en-IE" dirty="0"/>
          </a:p>
        </p:txBody>
      </p:sp>
      <p:sp>
        <p:nvSpPr>
          <p:cNvPr id="4" name="Slide Number Placeholder 3">
            <a:extLst>
              <a:ext uri="{FF2B5EF4-FFF2-40B4-BE49-F238E27FC236}">
                <a16:creationId xmlns:a16="http://schemas.microsoft.com/office/drawing/2014/main" id="{46145E94-2FA4-4CC8-8AC3-EF1D1EA9338D}"/>
              </a:ext>
            </a:extLst>
          </p:cNvPr>
          <p:cNvSpPr>
            <a:spLocks noGrp="1"/>
          </p:cNvSpPr>
          <p:nvPr>
            <p:ph type="sldNum" sz="quarter" idx="12"/>
          </p:nvPr>
        </p:nvSpPr>
        <p:spPr/>
        <p:txBody>
          <a:bodyPr/>
          <a:lstStyle/>
          <a:p>
            <a:fld id="{1AE971F0-0CD2-4C47-8087-EBCE9716EA84}" type="slidenum">
              <a:rPr lang="en-GB" smtClean="0"/>
              <a:pPr/>
              <a:t>18</a:t>
            </a:fld>
            <a:endParaRPr lang="en-GB" dirty="0"/>
          </a:p>
        </p:txBody>
      </p:sp>
    </p:spTree>
    <p:extLst>
      <p:ext uri="{BB962C8B-B14F-4D97-AF65-F5344CB8AC3E}">
        <p14:creationId xmlns:p14="http://schemas.microsoft.com/office/powerpoint/2010/main" val="1329666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D4AEC-6705-354F-6845-9AA9754F68AA}"/>
              </a:ext>
            </a:extLst>
          </p:cNvPr>
          <p:cNvSpPr>
            <a:spLocks noGrp="1"/>
          </p:cNvSpPr>
          <p:nvPr>
            <p:ph type="title"/>
          </p:nvPr>
        </p:nvSpPr>
        <p:spPr/>
        <p:txBody>
          <a:bodyPr/>
          <a:lstStyle/>
          <a:p>
            <a:r>
              <a:rPr lang="en-IE" dirty="0"/>
              <a:t>Example of Content-Based Filtering</a:t>
            </a:r>
          </a:p>
        </p:txBody>
      </p:sp>
      <p:sp>
        <p:nvSpPr>
          <p:cNvPr id="3" name="Content Placeholder 2">
            <a:extLst>
              <a:ext uri="{FF2B5EF4-FFF2-40B4-BE49-F238E27FC236}">
                <a16:creationId xmlns:a16="http://schemas.microsoft.com/office/drawing/2014/main" id="{AD4AC7E2-480C-22D0-F91C-C1DE9DBFA523}"/>
              </a:ext>
            </a:extLst>
          </p:cNvPr>
          <p:cNvSpPr>
            <a:spLocks noGrp="1"/>
          </p:cNvSpPr>
          <p:nvPr>
            <p:ph idx="1"/>
          </p:nvPr>
        </p:nvSpPr>
        <p:spPr/>
        <p:txBody>
          <a:bodyPr/>
          <a:lstStyle/>
          <a:p>
            <a:pPr>
              <a:buFont typeface="Arial" panose="020B0604020202020204" pitchFamily="34" charset="0"/>
              <a:buChar char="•"/>
            </a:pPr>
            <a:r>
              <a:rPr lang="en-IE" b="1" dirty="0"/>
              <a:t>Scenario</a:t>
            </a:r>
            <a:r>
              <a:rPr lang="en-IE" dirty="0"/>
              <a:t>: A user likes action movies with a fast-paced plot.</a:t>
            </a:r>
          </a:p>
          <a:p>
            <a:pPr lvl="1"/>
            <a:r>
              <a:rPr lang="en-IE" b="1" dirty="0"/>
              <a:t>Movies Watched</a:t>
            </a:r>
            <a:r>
              <a:rPr lang="en-IE" dirty="0"/>
              <a:t>: </a:t>
            </a:r>
            <a:r>
              <a:rPr lang="en-IE" i="1" dirty="0">
                <a:solidFill>
                  <a:srgbClr val="0070C0"/>
                </a:solidFill>
              </a:rPr>
              <a:t>Die Hard</a:t>
            </a:r>
            <a:r>
              <a:rPr lang="en-IE" dirty="0">
                <a:solidFill>
                  <a:srgbClr val="0070C0"/>
                </a:solidFill>
              </a:rPr>
              <a:t>, </a:t>
            </a:r>
            <a:r>
              <a:rPr lang="en-IE" i="1" dirty="0">
                <a:solidFill>
                  <a:srgbClr val="0070C0"/>
                </a:solidFill>
              </a:rPr>
              <a:t>Mad Max: Fury Road</a:t>
            </a:r>
            <a:r>
              <a:rPr lang="en-IE" dirty="0">
                <a:solidFill>
                  <a:srgbClr val="0070C0"/>
                </a:solidFill>
              </a:rPr>
              <a:t>, </a:t>
            </a:r>
            <a:r>
              <a:rPr lang="en-IE" i="1" dirty="0">
                <a:solidFill>
                  <a:srgbClr val="0070C0"/>
                </a:solidFill>
              </a:rPr>
              <a:t>The Dark Knight</a:t>
            </a:r>
            <a:r>
              <a:rPr lang="en-IE" dirty="0">
                <a:solidFill>
                  <a:srgbClr val="0070C0"/>
                </a:solidFill>
              </a:rPr>
              <a:t>.</a:t>
            </a:r>
          </a:p>
          <a:p>
            <a:pPr lvl="1"/>
            <a:r>
              <a:rPr lang="en-IE" b="1" dirty="0"/>
              <a:t>System Recommends</a:t>
            </a:r>
            <a:r>
              <a:rPr lang="en-IE" dirty="0"/>
              <a:t>: </a:t>
            </a:r>
            <a:r>
              <a:rPr lang="en-IE" i="1" dirty="0">
                <a:solidFill>
                  <a:srgbClr val="0070C0"/>
                </a:solidFill>
              </a:rPr>
              <a:t>John Wick</a:t>
            </a:r>
            <a:r>
              <a:rPr lang="en-IE" dirty="0">
                <a:solidFill>
                  <a:srgbClr val="0070C0"/>
                </a:solidFill>
              </a:rPr>
              <a:t>, </a:t>
            </a:r>
            <a:r>
              <a:rPr lang="en-IE" i="1" dirty="0">
                <a:solidFill>
                  <a:srgbClr val="0070C0"/>
                </a:solidFill>
              </a:rPr>
              <a:t>Mission: Impossible</a:t>
            </a:r>
            <a:r>
              <a:rPr lang="en-IE" dirty="0">
                <a:solidFill>
                  <a:srgbClr val="0070C0"/>
                </a:solidFill>
              </a:rPr>
              <a:t>, </a:t>
            </a:r>
            <a:r>
              <a:rPr lang="en-IE" i="1" dirty="0">
                <a:solidFill>
                  <a:srgbClr val="0070C0"/>
                </a:solidFill>
              </a:rPr>
              <a:t>The </a:t>
            </a:r>
            <a:r>
              <a:rPr lang="en-IE" i="1" dirty="0" err="1">
                <a:solidFill>
                  <a:srgbClr val="0070C0"/>
                </a:solidFill>
              </a:rPr>
              <a:t>Bourne</a:t>
            </a:r>
            <a:r>
              <a:rPr lang="en-IE" i="1" dirty="0">
                <a:solidFill>
                  <a:srgbClr val="0070C0"/>
                </a:solidFill>
              </a:rPr>
              <a:t> Identity</a:t>
            </a:r>
            <a:r>
              <a:rPr lang="en-IE" dirty="0"/>
              <a:t> (based on similar action features).</a:t>
            </a:r>
          </a:p>
          <a:p>
            <a:endParaRPr lang="en-IE" dirty="0"/>
          </a:p>
        </p:txBody>
      </p:sp>
      <p:sp>
        <p:nvSpPr>
          <p:cNvPr id="4" name="Slide Number Placeholder 3">
            <a:extLst>
              <a:ext uri="{FF2B5EF4-FFF2-40B4-BE49-F238E27FC236}">
                <a16:creationId xmlns:a16="http://schemas.microsoft.com/office/drawing/2014/main" id="{999FE43C-A958-E389-4C1B-414EA464CB86}"/>
              </a:ext>
            </a:extLst>
          </p:cNvPr>
          <p:cNvSpPr>
            <a:spLocks noGrp="1"/>
          </p:cNvSpPr>
          <p:nvPr>
            <p:ph type="sldNum" sz="quarter" idx="12"/>
          </p:nvPr>
        </p:nvSpPr>
        <p:spPr/>
        <p:txBody>
          <a:bodyPr/>
          <a:lstStyle/>
          <a:p>
            <a:fld id="{1AE971F0-0CD2-4C47-8087-EBCE9716EA84}" type="slidenum">
              <a:rPr lang="en-GB" smtClean="0"/>
              <a:pPr/>
              <a:t>19</a:t>
            </a:fld>
            <a:endParaRPr lang="en-GB" dirty="0"/>
          </a:p>
        </p:txBody>
      </p:sp>
    </p:spTree>
    <p:extLst>
      <p:ext uri="{BB962C8B-B14F-4D97-AF65-F5344CB8AC3E}">
        <p14:creationId xmlns:p14="http://schemas.microsoft.com/office/powerpoint/2010/main" val="403998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5290-4095-7523-1E56-2FB83A938CD3}"/>
              </a:ext>
            </a:extLst>
          </p:cNvPr>
          <p:cNvSpPr>
            <a:spLocks noGrp="1"/>
          </p:cNvSpPr>
          <p:nvPr>
            <p:ph type="title"/>
          </p:nvPr>
        </p:nvSpPr>
        <p:spPr>
          <a:xfrm>
            <a:off x="367146" y="330199"/>
            <a:ext cx="10515600" cy="701675"/>
          </a:xfrm>
        </p:spPr>
        <p:txBody>
          <a:bodyPr/>
          <a:lstStyle/>
          <a:p>
            <a:r>
              <a:rPr lang="en-IE" dirty="0"/>
              <a:t>Collaborative Filtering</a:t>
            </a:r>
          </a:p>
        </p:txBody>
      </p:sp>
      <p:sp>
        <p:nvSpPr>
          <p:cNvPr id="3" name="Content Placeholder 2">
            <a:extLst>
              <a:ext uri="{FF2B5EF4-FFF2-40B4-BE49-F238E27FC236}">
                <a16:creationId xmlns:a16="http://schemas.microsoft.com/office/drawing/2014/main" id="{145B17AB-1EAE-F2A6-D0B9-3C4105250703}"/>
              </a:ext>
            </a:extLst>
          </p:cNvPr>
          <p:cNvSpPr>
            <a:spLocks noGrp="1"/>
          </p:cNvSpPr>
          <p:nvPr>
            <p:ph idx="1"/>
          </p:nvPr>
        </p:nvSpPr>
        <p:spPr>
          <a:xfrm>
            <a:off x="367145" y="1253331"/>
            <a:ext cx="11132127" cy="5274470"/>
          </a:xfrm>
        </p:spPr>
        <p:txBody>
          <a:bodyPr>
            <a:normAutofit fontScale="70000" lnSpcReduction="20000"/>
          </a:bodyPr>
          <a:lstStyle/>
          <a:p>
            <a:pPr>
              <a:lnSpc>
                <a:spcPct val="120000"/>
              </a:lnSpc>
              <a:buFont typeface="Arial" panose="020B0604020202020204" pitchFamily="34" charset="0"/>
              <a:buChar char="•"/>
            </a:pPr>
            <a:r>
              <a:rPr lang="en-IE" b="1" dirty="0"/>
              <a:t>Definition</a:t>
            </a:r>
            <a:r>
              <a:rPr lang="en-IE" dirty="0"/>
              <a:t>: Recommends items based on the preferences of other users similar to the target user.</a:t>
            </a:r>
          </a:p>
          <a:p>
            <a:pPr>
              <a:lnSpc>
                <a:spcPct val="120000"/>
              </a:lnSpc>
              <a:buFont typeface="Arial" panose="020B0604020202020204" pitchFamily="34" charset="0"/>
              <a:buChar char="•"/>
            </a:pPr>
            <a:r>
              <a:rPr lang="en-IE" b="1" dirty="0"/>
              <a:t>Example</a:t>
            </a:r>
            <a:r>
              <a:rPr lang="en-IE" dirty="0"/>
              <a:t>: A movie recommendation system suggests films liked by users with similar tastes.</a:t>
            </a:r>
          </a:p>
          <a:p>
            <a:pPr>
              <a:lnSpc>
                <a:spcPct val="120000"/>
              </a:lnSpc>
              <a:buFont typeface="Arial" panose="020B0604020202020204" pitchFamily="34" charset="0"/>
              <a:buChar char="•"/>
            </a:pPr>
            <a:r>
              <a:rPr lang="en-IE" b="1" dirty="0"/>
              <a:t>How it Works</a:t>
            </a:r>
            <a:r>
              <a:rPr lang="en-IE" dirty="0"/>
              <a:t>: </a:t>
            </a:r>
            <a:r>
              <a:rPr lang="en-IE" b="1" dirty="0"/>
              <a:t>User-based</a:t>
            </a:r>
            <a:r>
              <a:rPr lang="en-IE" dirty="0"/>
              <a:t>: Finds users with similar preferences and recommends items they like.</a:t>
            </a:r>
          </a:p>
          <a:p>
            <a:pPr>
              <a:lnSpc>
                <a:spcPct val="120000"/>
              </a:lnSpc>
              <a:buFont typeface="Arial" panose="020B0604020202020204" pitchFamily="34" charset="0"/>
              <a:buChar char="•"/>
            </a:pPr>
            <a:r>
              <a:rPr lang="en-IE" b="1" dirty="0"/>
              <a:t>Item-based</a:t>
            </a:r>
            <a:r>
              <a:rPr lang="en-IE" dirty="0"/>
              <a:t>: Recommends items similar to ones the user has liked, based on overall user interaction.</a:t>
            </a:r>
          </a:p>
          <a:p>
            <a:pPr>
              <a:lnSpc>
                <a:spcPct val="120000"/>
              </a:lnSpc>
              <a:buFont typeface="Arial" panose="020B0604020202020204" pitchFamily="34" charset="0"/>
              <a:buChar char="•"/>
            </a:pPr>
            <a:r>
              <a:rPr lang="en-IE" b="1" dirty="0"/>
              <a:t>Advantages</a:t>
            </a:r>
            <a:r>
              <a:rPr lang="en-IE" dirty="0"/>
              <a:t>:</a:t>
            </a:r>
          </a:p>
          <a:p>
            <a:pPr lvl="1">
              <a:lnSpc>
                <a:spcPct val="120000"/>
              </a:lnSpc>
            </a:pPr>
            <a:r>
              <a:rPr lang="en-IE" dirty="0"/>
              <a:t>Can suggest new items that the user hasn’t seen yet.</a:t>
            </a:r>
          </a:p>
          <a:p>
            <a:pPr lvl="1">
              <a:lnSpc>
                <a:spcPct val="120000"/>
              </a:lnSpc>
            </a:pPr>
            <a:r>
              <a:rPr lang="en-IE" dirty="0"/>
              <a:t>Doesn’t require item features—just user interaction data.</a:t>
            </a:r>
          </a:p>
          <a:p>
            <a:pPr>
              <a:lnSpc>
                <a:spcPct val="120000"/>
              </a:lnSpc>
              <a:buFont typeface="Arial" panose="020B0604020202020204" pitchFamily="34" charset="0"/>
              <a:buChar char="•"/>
            </a:pPr>
            <a:r>
              <a:rPr lang="en-IE" b="1" dirty="0"/>
              <a:t>Disadvantages</a:t>
            </a:r>
            <a:r>
              <a:rPr lang="en-IE" dirty="0"/>
              <a:t>:</a:t>
            </a:r>
          </a:p>
          <a:p>
            <a:pPr lvl="1">
              <a:lnSpc>
                <a:spcPct val="120000"/>
              </a:lnSpc>
            </a:pPr>
            <a:r>
              <a:rPr lang="en-IE" dirty="0"/>
              <a:t>Requires a large amount of user interaction data.</a:t>
            </a:r>
          </a:p>
          <a:p>
            <a:pPr lvl="1">
              <a:lnSpc>
                <a:spcPct val="120000"/>
              </a:lnSpc>
            </a:pPr>
            <a:r>
              <a:rPr lang="en-IE" dirty="0"/>
              <a:t>Cold start problem (new users or items with no interaction data).</a:t>
            </a:r>
          </a:p>
        </p:txBody>
      </p:sp>
      <p:sp>
        <p:nvSpPr>
          <p:cNvPr id="4" name="Slide Number Placeholder 3">
            <a:extLst>
              <a:ext uri="{FF2B5EF4-FFF2-40B4-BE49-F238E27FC236}">
                <a16:creationId xmlns:a16="http://schemas.microsoft.com/office/drawing/2014/main" id="{51A77CBE-6AB4-EFD6-C8D5-685C180A7E8D}"/>
              </a:ext>
            </a:extLst>
          </p:cNvPr>
          <p:cNvSpPr>
            <a:spLocks noGrp="1"/>
          </p:cNvSpPr>
          <p:nvPr>
            <p:ph type="sldNum" sz="quarter" idx="12"/>
          </p:nvPr>
        </p:nvSpPr>
        <p:spPr/>
        <p:txBody>
          <a:bodyPr/>
          <a:lstStyle/>
          <a:p>
            <a:fld id="{1AE971F0-0CD2-4C47-8087-EBCE9716EA84}" type="slidenum">
              <a:rPr lang="en-GB" smtClean="0"/>
              <a:pPr/>
              <a:t>20</a:t>
            </a:fld>
            <a:endParaRPr lang="en-GB" dirty="0"/>
          </a:p>
        </p:txBody>
      </p:sp>
    </p:spTree>
    <p:extLst>
      <p:ext uri="{BB962C8B-B14F-4D97-AF65-F5344CB8AC3E}">
        <p14:creationId xmlns:p14="http://schemas.microsoft.com/office/powerpoint/2010/main" val="2310300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FD228-7CE6-5D7C-07FD-45315F69C11F}"/>
              </a:ext>
            </a:extLst>
          </p:cNvPr>
          <p:cNvSpPr>
            <a:spLocks noGrp="1"/>
          </p:cNvSpPr>
          <p:nvPr>
            <p:ph type="title"/>
          </p:nvPr>
        </p:nvSpPr>
        <p:spPr/>
        <p:txBody>
          <a:bodyPr/>
          <a:lstStyle/>
          <a:p>
            <a:r>
              <a:rPr lang="en-IE" dirty="0"/>
              <a:t>Example of Collaborative Filtering</a:t>
            </a:r>
          </a:p>
        </p:txBody>
      </p:sp>
      <p:sp>
        <p:nvSpPr>
          <p:cNvPr id="3" name="Content Placeholder 2">
            <a:extLst>
              <a:ext uri="{FF2B5EF4-FFF2-40B4-BE49-F238E27FC236}">
                <a16:creationId xmlns:a16="http://schemas.microsoft.com/office/drawing/2014/main" id="{A3F9E085-08B6-FC2D-668D-8CC68EA2F050}"/>
              </a:ext>
            </a:extLst>
          </p:cNvPr>
          <p:cNvSpPr>
            <a:spLocks noGrp="1"/>
          </p:cNvSpPr>
          <p:nvPr>
            <p:ph idx="1"/>
          </p:nvPr>
        </p:nvSpPr>
        <p:spPr/>
        <p:txBody>
          <a:bodyPr/>
          <a:lstStyle/>
          <a:p>
            <a:pPr>
              <a:buFont typeface="Arial" panose="020B0604020202020204" pitchFamily="34" charset="0"/>
              <a:buChar char="•"/>
            </a:pPr>
            <a:r>
              <a:rPr lang="en-IE" b="1" dirty="0"/>
              <a:t>Scenario</a:t>
            </a:r>
            <a:r>
              <a:rPr lang="en-IE" dirty="0"/>
              <a:t>: User liked </a:t>
            </a:r>
            <a:r>
              <a:rPr lang="en-IE" i="1" dirty="0"/>
              <a:t>Inception</a:t>
            </a:r>
            <a:r>
              <a:rPr lang="en-IE" dirty="0"/>
              <a:t> and </a:t>
            </a:r>
            <a:r>
              <a:rPr lang="en-IE" i="1" dirty="0"/>
              <a:t>Interstellar</a:t>
            </a:r>
            <a:r>
              <a:rPr lang="en-IE" dirty="0"/>
              <a:t>.</a:t>
            </a:r>
          </a:p>
          <a:p>
            <a:pPr lvl="1"/>
            <a:r>
              <a:rPr lang="en-IE" b="1" dirty="0"/>
              <a:t>Other Users' Preferences</a:t>
            </a:r>
            <a:r>
              <a:rPr lang="en-IE" dirty="0"/>
              <a:t>: Users who liked these films also enjoyed </a:t>
            </a:r>
            <a:r>
              <a:rPr lang="en-IE" i="1" dirty="0"/>
              <a:t>The Prestige</a:t>
            </a:r>
            <a:r>
              <a:rPr lang="en-IE" dirty="0"/>
              <a:t>, </a:t>
            </a:r>
            <a:r>
              <a:rPr lang="en-IE" i="1" dirty="0"/>
              <a:t>Memento</a:t>
            </a:r>
            <a:r>
              <a:rPr lang="en-IE" dirty="0"/>
              <a:t>, and </a:t>
            </a:r>
            <a:r>
              <a:rPr lang="en-IE" i="1" dirty="0"/>
              <a:t>Gravity</a:t>
            </a:r>
            <a:r>
              <a:rPr lang="en-IE" dirty="0"/>
              <a:t>.</a:t>
            </a:r>
          </a:p>
          <a:p>
            <a:pPr lvl="1"/>
            <a:r>
              <a:rPr lang="en-IE" b="1" dirty="0"/>
              <a:t>System Recommends</a:t>
            </a:r>
            <a:r>
              <a:rPr lang="en-IE" dirty="0"/>
              <a:t>: </a:t>
            </a:r>
            <a:r>
              <a:rPr lang="en-IE" i="1" dirty="0"/>
              <a:t>The Prestige</a:t>
            </a:r>
            <a:r>
              <a:rPr lang="en-IE" dirty="0"/>
              <a:t>, </a:t>
            </a:r>
            <a:r>
              <a:rPr lang="en-IE" i="1" dirty="0"/>
              <a:t>Memento</a:t>
            </a:r>
            <a:r>
              <a:rPr lang="en-IE" dirty="0"/>
              <a:t>, </a:t>
            </a:r>
            <a:r>
              <a:rPr lang="en-IE" i="1" dirty="0"/>
              <a:t>Gravity</a:t>
            </a:r>
            <a:r>
              <a:rPr lang="en-IE" dirty="0"/>
              <a:t> (based on similar user preferences).</a:t>
            </a:r>
          </a:p>
          <a:p>
            <a:endParaRPr lang="en-IE" dirty="0"/>
          </a:p>
        </p:txBody>
      </p:sp>
      <p:sp>
        <p:nvSpPr>
          <p:cNvPr id="4" name="Slide Number Placeholder 3">
            <a:extLst>
              <a:ext uri="{FF2B5EF4-FFF2-40B4-BE49-F238E27FC236}">
                <a16:creationId xmlns:a16="http://schemas.microsoft.com/office/drawing/2014/main" id="{3D65B280-39AD-B9E4-09EE-4DF6E3CB8291}"/>
              </a:ext>
            </a:extLst>
          </p:cNvPr>
          <p:cNvSpPr>
            <a:spLocks noGrp="1"/>
          </p:cNvSpPr>
          <p:nvPr>
            <p:ph type="sldNum" sz="quarter" idx="12"/>
          </p:nvPr>
        </p:nvSpPr>
        <p:spPr/>
        <p:txBody>
          <a:bodyPr/>
          <a:lstStyle/>
          <a:p>
            <a:fld id="{1AE971F0-0CD2-4C47-8087-EBCE9716EA84}" type="slidenum">
              <a:rPr lang="en-GB" smtClean="0"/>
              <a:pPr/>
              <a:t>21</a:t>
            </a:fld>
            <a:endParaRPr lang="en-GB" dirty="0"/>
          </a:p>
        </p:txBody>
      </p:sp>
    </p:spTree>
    <p:extLst>
      <p:ext uri="{BB962C8B-B14F-4D97-AF65-F5344CB8AC3E}">
        <p14:creationId xmlns:p14="http://schemas.microsoft.com/office/powerpoint/2010/main" val="3368885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EB55C-FA39-25CB-17F7-7FB6653C288D}"/>
              </a:ext>
            </a:extLst>
          </p:cNvPr>
          <p:cNvSpPr>
            <a:spLocks noGrp="1"/>
          </p:cNvSpPr>
          <p:nvPr>
            <p:ph type="title"/>
          </p:nvPr>
        </p:nvSpPr>
        <p:spPr/>
        <p:txBody>
          <a:bodyPr/>
          <a:lstStyle/>
          <a:p>
            <a:r>
              <a:rPr lang="en-IE" dirty="0"/>
              <a:t>Summary</a:t>
            </a:r>
          </a:p>
        </p:txBody>
      </p:sp>
      <p:sp>
        <p:nvSpPr>
          <p:cNvPr id="4" name="Slide Number Placeholder 3">
            <a:extLst>
              <a:ext uri="{FF2B5EF4-FFF2-40B4-BE49-F238E27FC236}">
                <a16:creationId xmlns:a16="http://schemas.microsoft.com/office/drawing/2014/main" id="{E2C91C91-2C6C-7155-F26E-2CE40E703AE9}"/>
              </a:ext>
            </a:extLst>
          </p:cNvPr>
          <p:cNvSpPr>
            <a:spLocks noGrp="1"/>
          </p:cNvSpPr>
          <p:nvPr>
            <p:ph type="sldNum" sz="quarter" idx="12"/>
          </p:nvPr>
        </p:nvSpPr>
        <p:spPr/>
        <p:txBody>
          <a:bodyPr/>
          <a:lstStyle/>
          <a:p>
            <a:fld id="{1AE971F0-0CD2-4C47-8087-EBCE9716EA84}" type="slidenum">
              <a:rPr lang="en-GB" smtClean="0"/>
              <a:pPr/>
              <a:t>22</a:t>
            </a:fld>
            <a:endParaRPr lang="en-GB" dirty="0"/>
          </a:p>
        </p:txBody>
      </p:sp>
      <p:graphicFrame>
        <p:nvGraphicFramePr>
          <p:cNvPr id="5" name="Table 4">
            <a:extLst>
              <a:ext uri="{FF2B5EF4-FFF2-40B4-BE49-F238E27FC236}">
                <a16:creationId xmlns:a16="http://schemas.microsoft.com/office/drawing/2014/main" id="{6633761D-45B7-83FC-F582-69868EA37601}"/>
              </a:ext>
            </a:extLst>
          </p:cNvPr>
          <p:cNvGraphicFramePr>
            <a:graphicFrameLocks noGrp="1"/>
          </p:cNvGraphicFramePr>
          <p:nvPr>
            <p:extLst>
              <p:ext uri="{D42A27DB-BD31-4B8C-83A1-F6EECF244321}">
                <p14:modId xmlns:p14="http://schemas.microsoft.com/office/powerpoint/2010/main" val="3623344100"/>
              </p:ext>
            </p:extLst>
          </p:nvPr>
        </p:nvGraphicFramePr>
        <p:xfrm>
          <a:off x="838200" y="2310218"/>
          <a:ext cx="10515600" cy="3017520"/>
        </p:xfrm>
        <a:graphic>
          <a:graphicData uri="http://schemas.openxmlformats.org/drawingml/2006/table">
            <a:tbl>
              <a:tblPr/>
              <a:tblGrid>
                <a:gridCol w="2819400">
                  <a:extLst>
                    <a:ext uri="{9D8B030D-6E8A-4147-A177-3AD203B41FA5}">
                      <a16:colId xmlns:a16="http://schemas.microsoft.com/office/drawing/2014/main" val="2063773615"/>
                    </a:ext>
                  </a:extLst>
                </a:gridCol>
                <a:gridCol w="4191000">
                  <a:extLst>
                    <a:ext uri="{9D8B030D-6E8A-4147-A177-3AD203B41FA5}">
                      <a16:colId xmlns:a16="http://schemas.microsoft.com/office/drawing/2014/main" val="2724020383"/>
                    </a:ext>
                  </a:extLst>
                </a:gridCol>
                <a:gridCol w="3505200">
                  <a:extLst>
                    <a:ext uri="{9D8B030D-6E8A-4147-A177-3AD203B41FA5}">
                      <a16:colId xmlns:a16="http://schemas.microsoft.com/office/drawing/2014/main" val="3719322505"/>
                    </a:ext>
                  </a:extLst>
                </a:gridCol>
              </a:tblGrid>
              <a:tr h="0">
                <a:tc>
                  <a:txBody>
                    <a:bodyPr/>
                    <a:lstStyle/>
                    <a:p>
                      <a:r>
                        <a:rPr lang="en-IE" b="1" dirty="0">
                          <a:highlight>
                            <a:srgbClr val="FFFF00"/>
                          </a:highlight>
                        </a:rPr>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b="1">
                          <a:highlight>
                            <a:srgbClr val="FFFF00"/>
                          </a:highlight>
                        </a:rPr>
                        <a:t>Content-Based Filtering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b="1" dirty="0">
                          <a:highlight>
                            <a:srgbClr val="FFFF00"/>
                          </a:highlight>
                        </a:rPr>
                        <a:t>Collaborative Filtering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209107"/>
                  </a:ext>
                </a:extLst>
              </a:tr>
              <a:tr h="0">
                <a:tc>
                  <a:txBody>
                    <a:bodyPr/>
                    <a:lstStyle/>
                    <a:p>
                      <a:r>
                        <a:rPr lang="en-IE" b="1" dirty="0"/>
                        <a:t>Focus</a:t>
                      </a:r>
                      <a:endParaRPr lang="en-I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Item features (e.g., genre, director)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User preferences and behavior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0117303"/>
                  </a:ext>
                </a:extLst>
              </a:tr>
              <a:tr h="0">
                <a:tc>
                  <a:txBody>
                    <a:bodyPr/>
                    <a:lstStyle/>
                    <a:p>
                      <a:r>
                        <a:rPr lang="en-IE" b="1" dirty="0"/>
                        <a:t>Recommendation Basis</a:t>
                      </a:r>
                      <a:endParaRPr lang="en-I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Similarity between items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Similarity between users or items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947681"/>
                  </a:ext>
                </a:extLst>
              </a:tr>
              <a:tr h="0">
                <a:tc>
                  <a:txBody>
                    <a:bodyPr/>
                    <a:lstStyle/>
                    <a:p>
                      <a:r>
                        <a:rPr lang="en-IE" b="1" dirty="0"/>
                        <a:t>Data Requirement</a:t>
                      </a:r>
                      <a:endParaRPr lang="en-I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Item metadata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User interaction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227168"/>
                  </a:ext>
                </a:extLst>
              </a:tr>
              <a:tr h="0">
                <a:tc>
                  <a:txBody>
                    <a:bodyPr/>
                    <a:lstStyle/>
                    <a:p>
                      <a:r>
                        <a:rPr lang="en-IE" b="1"/>
                        <a:t>Advantages</a:t>
                      </a:r>
                      <a:endParaRPr lang="en-I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Personalized, no need for other users'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Can discover new items based on other users' preferences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1054934"/>
                  </a:ext>
                </a:extLst>
              </a:tr>
              <a:tr h="0">
                <a:tc>
                  <a:txBody>
                    <a:bodyPr/>
                    <a:lstStyle/>
                    <a:p>
                      <a:r>
                        <a:rPr lang="en-IE" b="1" dirty="0"/>
                        <a:t>Disadvantages</a:t>
                      </a:r>
                      <a:endParaRPr lang="en-I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a:t>Limited diversity, needs item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t>Requires large data, cold start 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0015607"/>
                  </a:ext>
                </a:extLst>
              </a:tr>
            </a:tbl>
          </a:graphicData>
        </a:graphic>
      </p:graphicFrame>
    </p:spTree>
    <p:extLst>
      <p:ext uri="{BB962C8B-B14F-4D97-AF65-F5344CB8AC3E}">
        <p14:creationId xmlns:p14="http://schemas.microsoft.com/office/powerpoint/2010/main" val="4032304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A11B-A663-6CF0-0069-90BF15320138}"/>
              </a:ext>
            </a:extLst>
          </p:cNvPr>
          <p:cNvSpPr>
            <a:spLocks noGrp="1"/>
          </p:cNvSpPr>
          <p:nvPr>
            <p:ph type="title"/>
          </p:nvPr>
        </p:nvSpPr>
        <p:spPr/>
        <p:txBody>
          <a:bodyPr/>
          <a:lstStyle/>
          <a:p>
            <a:r>
              <a:rPr lang="en-IE" dirty="0"/>
              <a:t>Rules</a:t>
            </a:r>
          </a:p>
        </p:txBody>
      </p:sp>
      <p:sp>
        <p:nvSpPr>
          <p:cNvPr id="3" name="Content Placeholder 2">
            <a:extLst>
              <a:ext uri="{FF2B5EF4-FFF2-40B4-BE49-F238E27FC236}">
                <a16:creationId xmlns:a16="http://schemas.microsoft.com/office/drawing/2014/main" id="{E815D9AE-8F61-02C6-9FA2-CC848D00ED01}"/>
              </a:ext>
            </a:extLst>
          </p:cNvPr>
          <p:cNvSpPr>
            <a:spLocks noGrp="1"/>
          </p:cNvSpPr>
          <p:nvPr>
            <p:ph idx="1"/>
          </p:nvPr>
        </p:nvSpPr>
        <p:spPr/>
        <p:txBody>
          <a:bodyPr/>
          <a:lstStyle/>
          <a:p>
            <a:r>
              <a:rPr lang="en-IE" dirty="0"/>
              <a:t>https://</a:t>
            </a:r>
            <a:r>
              <a:rPr lang="en-IE" dirty="0" err="1"/>
              <a:t>towardsdatascience.com</a:t>
            </a:r>
            <a:r>
              <a:rPr lang="en-IE" dirty="0"/>
              <a:t>/orange-data-mining-tool-and-association-rules-caa3c728613d</a:t>
            </a:r>
          </a:p>
        </p:txBody>
      </p:sp>
      <p:sp>
        <p:nvSpPr>
          <p:cNvPr id="4" name="Slide Number Placeholder 3">
            <a:extLst>
              <a:ext uri="{FF2B5EF4-FFF2-40B4-BE49-F238E27FC236}">
                <a16:creationId xmlns:a16="http://schemas.microsoft.com/office/drawing/2014/main" id="{737DDC82-E29C-43C7-6129-42DE56A4F685}"/>
              </a:ext>
            </a:extLst>
          </p:cNvPr>
          <p:cNvSpPr>
            <a:spLocks noGrp="1"/>
          </p:cNvSpPr>
          <p:nvPr>
            <p:ph type="sldNum" sz="quarter" idx="12"/>
          </p:nvPr>
        </p:nvSpPr>
        <p:spPr/>
        <p:txBody>
          <a:bodyPr/>
          <a:lstStyle/>
          <a:p>
            <a:fld id="{1AE971F0-0CD2-4C47-8087-EBCE9716EA84}" type="slidenum">
              <a:rPr lang="en-GB" smtClean="0"/>
              <a:pPr/>
              <a:t>23</a:t>
            </a:fld>
            <a:endParaRPr lang="en-GB" dirty="0"/>
          </a:p>
        </p:txBody>
      </p:sp>
    </p:spTree>
    <p:extLst>
      <p:ext uri="{BB962C8B-B14F-4D97-AF65-F5344CB8AC3E}">
        <p14:creationId xmlns:p14="http://schemas.microsoft.com/office/powerpoint/2010/main" val="2701249393"/>
      </p:ext>
    </p:extLst>
  </p:cSld>
  <p:clrMapOvr>
    <a:masterClrMapping/>
  </p:clrMapOvr>
</p:sld>
</file>

<file path=ppt/theme/theme1.xml><?xml version="1.0" encoding="utf-8"?>
<a:theme xmlns:a="http://schemas.openxmlformats.org/drawingml/2006/main" name="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otx" id="{19A76EF7-685B-4DD9-AEC2-DD2E690A5E16}" vid="{F9D02FCD-DE17-4A7B-9E71-714D7E1CC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fe8872b-6cbd-4bc2-a1b1-93bd9d636a9c" xsi:nil="true"/>
    <lcf76f155ced4ddcb4097134ff3c332f xmlns="5fa573f1-0388-4933-b06f-1f1a0fb87c89">
      <Terms xmlns="http://schemas.microsoft.com/office/infopath/2007/PartnerControls"/>
    </lcf76f155ced4ddcb4097134ff3c332f>
    <SharedWithUsers xmlns="7fe8872b-6cbd-4bc2-a1b1-93bd9d636a9c">
      <UserInfo>
        <DisplayName>School of Computer Science-Staff-City Members</DisplayName>
        <AccountId>138</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F374BB96A3DE46B150CC6A9F517AE9" ma:contentTypeVersion="16" ma:contentTypeDescription="Create a new document." ma:contentTypeScope="" ma:versionID="58eb6e56134c165672897323c007ba07">
  <xsd:schema xmlns:xsd="http://www.w3.org/2001/XMLSchema" xmlns:xs="http://www.w3.org/2001/XMLSchema" xmlns:p="http://schemas.microsoft.com/office/2006/metadata/properties" xmlns:ns2="5fa573f1-0388-4933-b06f-1f1a0fb87c89" xmlns:ns3="7fe8872b-6cbd-4bc2-a1b1-93bd9d636a9c" targetNamespace="http://schemas.microsoft.com/office/2006/metadata/properties" ma:root="true" ma:fieldsID="1fc4ccf92a7e5d2a6ae2d68f2fa9ab8a" ns2:_="" ns3:_="">
    <xsd:import namespace="5fa573f1-0388-4933-b06f-1f1a0fb87c89"/>
    <xsd:import namespace="7fe8872b-6cbd-4bc2-a1b1-93bd9d636a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a573f1-0388-4933-b06f-1f1a0fb87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168bf0-f213-4887-af2e-cac682fa240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fe8872b-6cbd-4bc2-a1b1-93bd9d636a9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5aa41c-e4fb-41a8-90d6-833c8917b781}" ma:internalName="TaxCatchAll" ma:showField="CatchAllData" ma:web="7fe8872b-6cbd-4bc2-a1b1-93bd9d636a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260636-9BC8-41CD-BA34-5B1D5FA4CFBA}">
  <ds:schemaRefs>
    <ds:schemaRef ds:uri="http://schemas.microsoft.com/sharepoint/v3/contenttype/forms"/>
  </ds:schemaRefs>
</ds:datastoreItem>
</file>

<file path=customXml/itemProps2.xml><?xml version="1.0" encoding="utf-8"?>
<ds:datastoreItem xmlns:ds="http://schemas.openxmlformats.org/officeDocument/2006/customXml" ds:itemID="{4E0FDB3D-FF19-4870-A552-A7FC0B3873D1}">
  <ds:schemaRefs>
    <ds:schemaRef ds:uri="http://schemas.microsoft.com/office/2006/documentManagement/types"/>
    <ds:schemaRef ds:uri="http://schemas.microsoft.com/office/2006/metadata/properties"/>
    <ds:schemaRef ds:uri="http://www.w3.org/XML/1998/namespace"/>
    <ds:schemaRef ds:uri="http://purl.org/dc/dcmitype/"/>
    <ds:schemaRef ds:uri="http://purl.org/dc/elements/1.1/"/>
    <ds:schemaRef ds:uri="http://schemas.microsoft.com/office/infopath/2007/PartnerControls"/>
    <ds:schemaRef ds:uri="http://schemas.openxmlformats.org/package/2006/metadata/core-properties"/>
    <ds:schemaRef ds:uri="7fe8872b-6cbd-4bc2-a1b1-93bd9d636a9c"/>
    <ds:schemaRef ds:uri="5fa573f1-0388-4933-b06f-1f1a0fb87c89"/>
    <ds:schemaRef ds:uri="http://purl.org/dc/terms/"/>
  </ds:schemaRefs>
</ds:datastoreItem>
</file>

<file path=customXml/itemProps3.xml><?xml version="1.0" encoding="utf-8"?>
<ds:datastoreItem xmlns:ds="http://schemas.openxmlformats.org/officeDocument/2006/customXml" ds:itemID="{7AA7A6EA-8ED6-49B7-80BA-80AB3E7256ED}">
  <ds:schemaRefs>
    <ds:schemaRef ds:uri="5fa573f1-0388-4933-b06f-1f1a0fb87c89"/>
    <ds:schemaRef ds:uri="7fe8872b-6cbd-4bc2-a1b1-93bd9d636a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207</TotalTime>
  <Words>1318</Words>
  <Application>Microsoft Macintosh PowerPoint</Application>
  <PresentationFormat>Widescreen</PresentationFormat>
  <Paragraphs>151</Paragraphs>
  <Slides>23</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Courier New</vt:lpstr>
      <vt:lpstr>Helvetica</vt:lpstr>
      <vt:lpstr>Open Sans Light</vt:lpstr>
      <vt:lpstr>SegoeUI</vt:lpstr>
      <vt:lpstr>source-serif-pro</vt:lpstr>
      <vt:lpstr>Times New Roman</vt:lpstr>
      <vt:lpstr>Office Theme</vt:lpstr>
      <vt:lpstr>Association Rules</vt:lpstr>
      <vt:lpstr>How often do you end up buying more items than you were expecting?</vt:lpstr>
      <vt:lpstr>Structure of the class</vt:lpstr>
      <vt:lpstr>Learning outcomes</vt:lpstr>
      <vt:lpstr>Section 1 Association rules</vt:lpstr>
      <vt:lpstr>Apriori Algorithm in Machine Learning:  Discovering rules</vt:lpstr>
      <vt:lpstr>Association rules</vt:lpstr>
      <vt:lpstr>Main metrics in data mining</vt:lpstr>
      <vt:lpstr>Main metrics in data mining</vt:lpstr>
      <vt:lpstr>Main metrics in data mining</vt:lpstr>
      <vt:lpstr>PowerPoint Presentation</vt:lpstr>
      <vt:lpstr>Apriori algorithm for finding large item sets</vt:lpstr>
      <vt:lpstr>PowerPoint Presentation</vt:lpstr>
      <vt:lpstr>If E and AB are infrequent, then we can remove all the rules that have them.</vt:lpstr>
      <vt:lpstr>Apriori Rules</vt:lpstr>
      <vt:lpstr>Recommender Systems: Content-Based vs Collaborative Filtering</vt:lpstr>
      <vt:lpstr>Recommender Systems: Content-Based vs Collaborative Filtering</vt:lpstr>
      <vt:lpstr>Content-Based Filtering</vt:lpstr>
      <vt:lpstr>Example of Content-Based Filtering</vt:lpstr>
      <vt:lpstr>Collaborative Filtering</vt:lpstr>
      <vt:lpstr>Example of Collaborative Filtering</vt:lpstr>
      <vt:lpstr>Summary</vt:lpstr>
      <vt:lpstr>Rules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Association Rules</dc:title>
  <dc:creator>Luis Miralles</dc:creator>
  <cp:lastModifiedBy>Luis Miralles</cp:lastModifiedBy>
  <cp:revision>1</cp:revision>
  <dcterms:created xsi:type="dcterms:W3CDTF">2023-09-07T09:53:34Z</dcterms:created>
  <dcterms:modified xsi:type="dcterms:W3CDTF">2024-12-02T17:28:48Z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0x01010060F374BB96A3DE46B150CC6A9F517AE9</vt:lpwstr>
  </property>
  <property fmtid="{D5CDD505-2E9C-101B-9397-08002B2CF9AE}" pid="3" name="MediaServiceImageTags">
    <vt:lpwstr/>
  </property>
</Properties>
</file>